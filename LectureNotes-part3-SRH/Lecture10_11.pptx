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5"/>
  </p:notesMasterIdLst>
  <p:sldIdLst>
    <p:sldId id="256" r:id="rId2"/>
    <p:sldId id="376" r:id="rId3"/>
    <p:sldId id="377" r:id="rId4"/>
    <p:sldId id="378" r:id="rId5"/>
    <p:sldId id="379" r:id="rId6"/>
    <p:sldId id="380" r:id="rId7"/>
    <p:sldId id="382" r:id="rId8"/>
    <p:sldId id="381" r:id="rId9"/>
    <p:sldId id="385" r:id="rId10"/>
    <p:sldId id="383" r:id="rId11"/>
    <p:sldId id="384" r:id="rId12"/>
    <p:sldId id="386" r:id="rId13"/>
    <p:sldId id="38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00C0"/>
    <a:srgbClr val="FFFFFF"/>
    <a:srgbClr val="05A6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E32C9D-F3FC-490C-8C1B-32AF77656CF7}" v="961" dt="2025-10-29T05:12:51.077"/>
    <p1510:client id="{46A8A9EE-E8AD-4E58-9CE3-7D03AD221A40}" v="10" dt="2025-10-29T05:30:31.319"/>
    <p1510:client id="{A57C8066-4218-48F7-8442-107EC3E4BB1D}" v="303" dt="2025-10-28T10:40:19.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2494" autoAdjust="0"/>
  </p:normalViewPr>
  <p:slideViewPr>
    <p:cSldViewPr snapToGrid="0">
      <p:cViewPr varScale="1">
        <p:scale>
          <a:sx n="68" d="100"/>
          <a:sy n="68" d="100"/>
        </p:scale>
        <p:origin x="1306" y="2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heendra Herkal" userId="f3c620e209f08778" providerId="LiveId" clId="{0B20E52C-E505-4A07-893F-82EC66CDE422}"/>
    <pc:docChg chg="undo custSel addSld delSld modSld">
      <pc:chgData name="Sudheendra Herkal" userId="f3c620e209f08778" providerId="LiveId" clId="{0B20E52C-E505-4A07-893F-82EC66CDE422}" dt="2025-10-15T13:38:05.900" v="486"/>
      <pc:docMkLst>
        <pc:docMk/>
      </pc:docMkLst>
      <pc:sldChg chg="modSp">
        <pc:chgData name="Sudheendra Herkal" userId="f3c620e209f08778" providerId="LiveId" clId="{0B20E52C-E505-4A07-893F-82EC66CDE422}" dt="2025-10-15T13:10:02.270" v="98" actId="1076"/>
        <pc:sldMkLst>
          <pc:docMk/>
          <pc:sldMk cId="2643442200" sldId="371"/>
        </pc:sldMkLst>
      </pc:sldChg>
      <pc:sldChg chg="modSp mod">
        <pc:chgData name="Sudheendra Herkal" userId="f3c620e209f08778" providerId="LiveId" clId="{0B20E52C-E505-4A07-893F-82EC66CDE422}" dt="2025-10-15T13:11:50.325" v="220" actId="20577"/>
        <pc:sldMkLst>
          <pc:docMk/>
          <pc:sldMk cId="1068059281" sldId="372"/>
        </pc:sldMkLst>
      </pc:sldChg>
      <pc:sldChg chg="modSp">
        <pc:chgData name="Sudheendra Herkal" userId="f3c620e209f08778" providerId="LiveId" clId="{0B20E52C-E505-4A07-893F-82EC66CDE422}" dt="2025-10-15T13:21:31.206" v="221" actId="1076"/>
        <pc:sldMkLst>
          <pc:docMk/>
          <pc:sldMk cId="3087254464" sldId="373"/>
        </pc:sldMkLst>
      </pc:sldChg>
      <pc:sldChg chg="modSp mod">
        <pc:chgData name="Sudheendra Herkal" userId="f3c620e209f08778" providerId="LiveId" clId="{0B20E52C-E505-4A07-893F-82EC66CDE422}" dt="2025-10-15T13:23:40.425" v="248" actId="20577"/>
        <pc:sldMkLst>
          <pc:docMk/>
          <pc:sldMk cId="2211969740" sldId="374"/>
        </pc:sldMkLst>
      </pc:sldChg>
      <pc:sldChg chg="modSp">
        <pc:chgData name="Sudheendra Herkal" userId="f3c620e209f08778" providerId="LiveId" clId="{0B20E52C-E505-4A07-893F-82EC66CDE422}" dt="2025-10-15T13:26:06.556" v="249" actId="20577"/>
        <pc:sldMkLst>
          <pc:docMk/>
          <pc:sldMk cId="3563085785" sldId="376"/>
        </pc:sldMkLst>
      </pc:sldChg>
      <pc:sldChg chg="modSp mod">
        <pc:chgData name="Sudheendra Herkal" userId="f3c620e209f08778" providerId="LiveId" clId="{0B20E52C-E505-4A07-893F-82EC66CDE422}" dt="2025-10-15T13:30:52.563" v="294" actId="114"/>
        <pc:sldMkLst>
          <pc:docMk/>
          <pc:sldMk cId="3653336609" sldId="378"/>
        </pc:sldMkLst>
      </pc:sldChg>
      <pc:sldChg chg="addSp delSp modSp mod">
        <pc:chgData name="Sudheendra Herkal" userId="f3c620e209f08778" providerId="LiveId" clId="{0B20E52C-E505-4A07-893F-82EC66CDE422}" dt="2025-10-15T13:33:16.737" v="332" actId="20577"/>
        <pc:sldMkLst>
          <pc:docMk/>
          <pc:sldMk cId="2314582350" sldId="379"/>
        </pc:sldMkLst>
      </pc:sldChg>
      <pc:sldChg chg="addSp delSp modSp new mod modAnim modNotesTx">
        <pc:chgData name="Sudheendra Herkal" userId="f3c620e209f08778" providerId="LiveId" clId="{0B20E52C-E505-4A07-893F-82EC66CDE422}" dt="2025-10-15T13:38:05.900" v="486"/>
        <pc:sldMkLst>
          <pc:docMk/>
          <pc:sldMk cId="4167932514" sldId="380"/>
        </pc:sldMkLst>
      </pc:sldChg>
      <pc:sldChg chg="new del">
        <pc:chgData name="Sudheendra Herkal" userId="f3c620e209f08778" providerId="LiveId" clId="{0B20E52C-E505-4A07-893F-82EC66CDE422}" dt="2025-10-15T13:07:28.500" v="97" actId="2696"/>
        <pc:sldMkLst>
          <pc:docMk/>
          <pc:sldMk cId="2457623662" sldId="381"/>
        </pc:sldMkLst>
      </pc:sldChg>
    </pc:docChg>
  </pc:docChgLst>
  <pc:docChgLst>
    <pc:chgData name="Sudheendra Herkal" userId="f3c620e209f08778" providerId="LiveId" clId="{D033AD51-43D7-4C91-8920-6A838971EEC3}"/>
    <pc:docChg chg="undo custSel addSld delSld modSld">
      <pc:chgData name="Sudheendra Herkal" userId="f3c620e209f08778" providerId="LiveId" clId="{D033AD51-43D7-4C91-8920-6A838971EEC3}" dt="2025-10-23T12:20:50.991" v="3803" actId="47"/>
      <pc:docMkLst>
        <pc:docMk/>
      </pc:docMkLst>
      <pc:sldChg chg="modSp mod">
        <pc:chgData name="Sudheendra Herkal" userId="f3c620e209f08778" providerId="LiveId" clId="{D033AD51-43D7-4C91-8920-6A838971EEC3}" dt="2025-10-23T09:44:54.880" v="33" actId="20577"/>
        <pc:sldMkLst>
          <pc:docMk/>
          <pc:sldMk cId="915932053" sldId="256"/>
        </pc:sldMkLst>
        <pc:spChg chg="mod">
          <ac:chgData name="Sudheendra Herkal" userId="f3c620e209f08778" providerId="LiveId" clId="{D033AD51-43D7-4C91-8920-6A838971EEC3}" dt="2025-10-23T09:44:54.880" v="33" actId="20577"/>
          <ac:spMkLst>
            <pc:docMk/>
            <pc:sldMk cId="915932053" sldId="256"/>
            <ac:spMk id="2" creationId="{7AEBE441-9013-3A7F-EB64-42A80AA1D73E}"/>
          </ac:spMkLst>
        </pc:spChg>
      </pc:sldChg>
      <pc:sldChg chg="del">
        <pc:chgData name="Sudheendra Herkal" userId="f3c620e209f08778" providerId="LiveId" clId="{D033AD51-43D7-4C91-8920-6A838971EEC3}" dt="2025-10-23T09:45:06.579" v="35" actId="47"/>
        <pc:sldMkLst>
          <pc:docMk/>
          <pc:sldMk cId="2669044741" sldId="362"/>
        </pc:sldMkLst>
      </pc:sldChg>
      <pc:sldChg chg="del">
        <pc:chgData name="Sudheendra Herkal" userId="f3c620e209f08778" providerId="LiveId" clId="{D033AD51-43D7-4C91-8920-6A838971EEC3}" dt="2025-10-23T09:45:06.579" v="35" actId="47"/>
        <pc:sldMkLst>
          <pc:docMk/>
          <pc:sldMk cId="3258131539" sldId="363"/>
        </pc:sldMkLst>
      </pc:sldChg>
      <pc:sldChg chg="addSp delSp modSp add del mod chgLayout">
        <pc:chgData name="Sudheendra Herkal" userId="f3c620e209f08778" providerId="LiveId" clId="{D033AD51-43D7-4C91-8920-6A838971EEC3}" dt="2025-10-23T09:53:00.303" v="722" actId="27636"/>
        <pc:sldMkLst>
          <pc:docMk/>
          <pc:sldMk cId="585506794" sldId="364"/>
        </pc:sldMkLst>
      </pc:sldChg>
      <pc:sldChg chg="del">
        <pc:chgData name="Sudheendra Herkal" userId="f3c620e209f08778" providerId="LiveId" clId="{D033AD51-43D7-4C91-8920-6A838971EEC3}" dt="2025-10-23T09:45:06.579" v="35" actId="47"/>
        <pc:sldMkLst>
          <pc:docMk/>
          <pc:sldMk cId="1174977947" sldId="365"/>
        </pc:sldMkLst>
      </pc:sldChg>
      <pc:sldChg chg="modSp new mod modNotesTx">
        <pc:chgData name="Sudheendra Herkal" userId="f3c620e209f08778" providerId="LiveId" clId="{D033AD51-43D7-4C91-8920-6A838971EEC3}" dt="2025-10-23T09:59:44.038" v="1620" actId="33524"/>
        <pc:sldMkLst>
          <pc:docMk/>
          <pc:sldMk cId="3856958342" sldId="365"/>
        </pc:sldMkLst>
      </pc:sldChg>
      <pc:sldChg chg="del">
        <pc:chgData name="Sudheendra Herkal" userId="f3c620e209f08778" providerId="LiveId" clId="{D033AD51-43D7-4C91-8920-6A838971EEC3}" dt="2025-10-23T09:45:06.579" v="35" actId="47"/>
        <pc:sldMkLst>
          <pc:docMk/>
          <pc:sldMk cId="365300225" sldId="366"/>
        </pc:sldMkLst>
      </pc:sldChg>
      <pc:sldChg chg="addSp delSp modSp new mod">
        <pc:chgData name="Sudheendra Herkal" userId="f3c620e209f08778" providerId="LiveId" clId="{D033AD51-43D7-4C91-8920-6A838971EEC3}" dt="2025-10-23T10:30:49.758" v="1971" actId="20577"/>
        <pc:sldMkLst>
          <pc:docMk/>
          <pc:sldMk cId="1748256421" sldId="366"/>
        </pc:sldMkLst>
      </pc:sldChg>
      <pc:sldChg chg="del">
        <pc:chgData name="Sudheendra Herkal" userId="f3c620e209f08778" providerId="LiveId" clId="{D033AD51-43D7-4C91-8920-6A838971EEC3}" dt="2025-10-23T09:45:06.579" v="35" actId="47"/>
        <pc:sldMkLst>
          <pc:docMk/>
          <pc:sldMk cId="2471643902" sldId="367"/>
        </pc:sldMkLst>
      </pc:sldChg>
      <pc:sldChg chg="addSp modSp new mod">
        <pc:chgData name="Sudheendra Herkal" userId="f3c620e209f08778" providerId="LiveId" clId="{D033AD51-43D7-4C91-8920-6A838971EEC3}" dt="2025-10-23T10:35:43.598" v="2268" actId="120"/>
        <pc:sldMkLst>
          <pc:docMk/>
          <pc:sldMk cId="3096669529" sldId="367"/>
        </pc:sldMkLst>
      </pc:sldChg>
      <pc:sldChg chg="del">
        <pc:chgData name="Sudheendra Herkal" userId="f3c620e209f08778" providerId="LiveId" clId="{D033AD51-43D7-4C91-8920-6A838971EEC3}" dt="2025-10-23T09:45:06.579" v="35" actId="47"/>
        <pc:sldMkLst>
          <pc:docMk/>
          <pc:sldMk cId="1670509580" sldId="368"/>
        </pc:sldMkLst>
      </pc:sldChg>
      <pc:sldChg chg="modSp add mod">
        <pc:chgData name="Sudheendra Herkal" userId="f3c620e209f08778" providerId="LiveId" clId="{D033AD51-43D7-4C91-8920-6A838971EEC3}" dt="2025-10-23T10:35:38.086" v="2265" actId="20577"/>
        <pc:sldMkLst>
          <pc:docMk/>
          <pc:sldMk cId="3060585067" sldId="368"/>
        </pc:sldMkLst>
      </pc:sldChg>
      <pc:sldChg chg="del">
        <pc:chgData name="Sudheendra Herkal" userId="f3c620e209f08778" providerId="LiveId" clId="{D033AD51-43D7-4C91-8920-6A838971EEC3}" dt="2025-10-23T09:45:06.579" v="35" actId="47"/>
        <pc:sldMkLst>
          <pc:docMk/>
          <pc:sldMk cId="57302856" sldId="369"/>
        </pc:sldMkLst>
      </pc:sldChg>
      <pc:sldChg chg="addSp modSp new mod">
        <pc:chgData name="Sudheendra Herkal" userId="f3c620e209f08778" providerId="LiveId" clId="{D033AD51-43D7-4C91-8920-6A838971EEC3}" dt="2025-10-23T10:35:35.319" v="2264" actId="20577"/>
        <pc:sldMkLst>
          <pc:docMk/>
          <pc:sldMk cId="2882947285" sldId="369"/>
        </pc:sldMkLst>
      </pc:sldChg>
      <pc:sldChg chg="del">
        <pc:chgData name="Sudheendra Herkal" userId="f3c620e209f08778" providerId="LiveId" clId="{D033AD51-43D7-4C91-8920-6A838971EEC3}" dt="2025-10-23T09:45:06.579" v="35" actId="47"/>
        <pc:sldMkLst>
          <pc:docMk/>
          <pc:sldMk cId="499465743" sldId="370"/>
        </pc:sldMkLst>
      </pc:sldChg>
      <pc:sldChg chg="modSp new mod">
        <pc:chgData name="Sudheendra Herkal" userId="f3c620e209f08778" providerId="LiveId" clId="{D033AD51-43D7-4C91-8920-6A838971EEC3}" dt="2025-10-23T12:14:52.930" v="3337" actId="20577"/>
        <pc:sldMkLst>
          <pc:docMk/>
          <pc:sldMk cId="3740100220" sldId="370"/>
        </pc:sldMkLst>
      </pc:sldChg>
      <pc:sldChg chg="modSp new mod">
        <pc:chgData name="Sudheendra Herkal" userId="f3c620e209f08778" providerId="LiveId" clId="{D033AD51-43D7-4C91-8920-6A838971EEC3}" dt="2025-10-23T12:14:58.589" v="3343" actId="27636"/>
        <pc:sldMkLst>
          <pc:docMk/>
          <pc:sldMk cId="721516344" sldId="371"/>
        </pc:sldMkLst>
      </pc:sldChg>
      <pc:sldChg chg="modSp new del mod">
        <pc:chgData name="Sudheendra Herkal" userId="f3c620e209f08778" providerId="LiveId" clId="{D033AD51-43D7-4C91-8920-6A838971EEC3}" dt="2025-10-23T12:09:59.450" v="3025" actId="47"/>
        <pc:sldMkLst>
          <pc:docMk/>
          <pc:sldMk cId="2534337003" sldId="371"/>
        </pc:sldMkLst>
      </pc:sldChg>
      <pc:sldChg chg="del">
        <pc:chgData name="Sudheendra Herkal" userId="f3c620e209f08778" providerId="LiveId" clId="{D033AD51-43D7-4C91-8920-6A838971EEC3}" dt="2025-10-23T09:45:06.579" v="35" actId="47"/>
        <pc:sldMkLst>
          <pc:docMk/>
          <pc:sldMk cId="2643442200" sldId="371"/>
        </pc:sldMkLst>
      </pc:sldChg>
      <pc:sldChg chg="add del">
        <pc:chgData name="Sudheendra Herkal" userId="f3c620e209f08778" providerId="LiveId" clId="{D033AD51-43D7-4C91-8920-6A838971EEC3}" dt="2025-10-23T12:10:03.663" v="3027" actId="2696"/>
        <pc:sldMkLst>
          <pc:docMk/>
          <pc:sldMk cId="3077180023" sldId="371"/>
        </pc:sldMkLst>
      </pc:sldChg>
      <pc:sldChg chg="del">
        <pc:chgData name="Sudheendra Herkal" userId="f3c620e209f08778" providerId="LiveId" clId="{D033AD51-43D7-4C91-8920-6A838971EEC3}" dt="2025-10-23T09:45:06.579" v="35" actId="47"/>
        <pc:sldMkLst>
          <pc:docMk/>
          <pc:sldMk cId="1068059281" sldId="372"/>
        </pc:sldMkLst>
      </pc:sldChg>
      <pc:sldChg chg="modSp new mod">
        <pc:chgData name="Sudheendra Herkal" userId="f3c620e209f08778" providerId="LiveId" clId="{D033AD51-43D7-4C91-8920-6A838971EEC3}" dt="2025-10-23T12:17:44.257" v="3737" actId="403"/>
        <pc:sldMkLst>
          <pc:docMk/>
          <pc:sldMk cId="2006142311" sldId="372"/>
        </pc:sldMkLst>
      </pc:sldChg>
      <pc:sldChg chg="addSp delSp modSp new mod">
        <pc:chgData name="Sudheendra Herkal" userId="f3c620e209f08778" providerId="LiveId" clId="{D033AD51-43D7-4C91-8920-6A838971EEC3}" dt="2025-10-23T12:20:14.461" v="3801" actId="1036"/>
        <pc:sldMkLst>
          <pc:docMk/>
          <pc:sldMk cId="1451715350" sldId="373"/>
        </pc:sldMkLst>
      </pc:sldChg>
      <pc:sldChg chg="del">
        <pc:chgData name="Sudheendra Herkal" userId="f3c620e209f08778" providerId="LiveId" clId="{D033AD51-43D7-4C91-8920-6A838971EEC3}" dt="2025-10-23T09:45:06.579" v="35" actId="47"/>
        <pc:sldMkLst>
          <pc:docMk/>
          <pc:sldMk cId="3087254464" sldId="373"/>
        </pc:sldMkLst>
      </pc:sldChg>
      <pc:sldChg chg="new del">
        <pc:chgData name="Sudheendra Herkal" userId="f3c620e209f08778" providerId="LiveId" clId="{D033AD51-43D7-4C91-8920-6A838971EEC3}" dt="2025-10-23T12:20:50.991" v="3803" actId="47"/>
        <pc:sldMkLst>
          <pc:docMk/>
          <pc:sldMk cId="849916231" sldId="374"/>
        </pc:sldMkLst>
      </pc:sldChg>
      <pc:sldChg chg="del">
        <pc:chgData name="Sudheendra Herkal" userId="f3c620e209f08778" providerId="LiveId" clId="{D033AD51-43D7-4C91-8920-6A838971EEC3}" dt="2025-10-23T09:45:06.579" v="35" actId="47"/>
        <pc:sldMkLst>
          <pc:docMk/>
          <pc:sldMk cId="2211969740" sldId="374"/>
        </pc:sldMkLst>
      </pc:sldChg>
      <pc:sldChg chg="del">
        <pc:chgData name="Sudheendra Herkal" userId="f3c620e209f08778" providerId="LiveId" clId="{D033AD51-43D7-4C91-8920-6A838971EEC3}" dt="2025-10-23T09:45:06.579" v="35" actId="47"/>
        <pc:sldMkLst>
          <pc:docMk/>
          <pc:sldMk cId="1580762665" sldId="375"/>
        </pc:sldMkLst>
      </pc:sldChg>
      <pc:sldChg chg="del">
        <pc:chgData name="Sudheendra Herkal" userId="f3c620e209f08778" providerId="LiveId" clId="{D033AD51-43D7-4C91-8920-6A838971EEC3}" dt="2025-10-23T09:45:06.579" v="35" actId="47"/>
        <pc:sldMkLst>
          <pc:docMk/>
          <pc:sldMk cId="3563085785" sldId="376"/>
        </pc:sldMkLst>
      </pc:sldChg>
      <pc:sldChg chg="del">
        <pc:chgData name="Sudheendra Herkal" userId="f3c620e209f08778" providerId="LiveId" clId="{D033AD51-43D7-4C91-8920-6A838971EEC3}" dt="2025-10-23T09:45:06.579" v="35" actId="47"/>
        <pc:sldMkLst>
          <pc:docMk/>
          <pc:sldMk cId="2750961097" sldId="377"/>
        </pc:sldMkLst>
      </pc:sldChg>
      <pc:sldChg chg="del">
        <pc:chgData name="Sudheendra Herkal" userId="f3c620e209f08778" providerId="LiveId" clId="{D033AD51-43D7-4C91-8920-6A838971EEC3}" dt="2025-10-23T09:45:06.579" v="35" actId="47"/>
        <pc:sldMkLst>
          <pc:docMk/>
          <pc:sldMk cId="3653336609" sldId="378"/>
        </pc:sldMkLst>
      </pc:sldChg>
      <pc:sldChg chg="del">
        <pc:chgData name="Sudheendra Herkal" userId="f3c620e209f08778" providerId="LiveId" clId="{D033AD51-43D7-4C91-8920-6A838971EEC3}" dt="2025-10-23T09:45:06.579" v="35" actId="47"/>
        <pc:sldMkLst>
          <pc:docMk/>
          <pc:sldMk cId="2314582350" sldId="379"/>
        </pc:sldMkLst>
      </pc:sldChg>
      <pc:sldChg chg="del">
        <pc:chgData name="Sudheendra Herkal" userId="f3c620e209f08778" providerId="LiveId" clId="{D033AD51-43D7-4C91-8920-6A838971EEC3}" dt="2025-10-23T09:45:06.579" v="35" actId="47"/>
        <pc:sldMkLst>
          <pc:docMk/>
          <pc:sldMk cId="4167932514" sldId="380"/>
        </pc:sldMkLst>
      </pc:sldChg>
      <pc:sldChg chg="del">
        <pc:chgData name="Sudheendra Herkal" userId="f3c620e209f08778" providerId="LiveId" clId="{D033AD51-43D7-4C91-8920-6A838971EEC3}" dt="2025-10-23T09:45:06.579" v="35" actId="47"/>
        <pc:sldMkLst>
          <pc:docMk/>
          <pc:sldMk cId="1491311098" sldId="381"/>
        </pc:sldMkLst>
      </pc:sldChg>
      <pc:sldChg chg="del">
        <pc:chgData name="Sudheendra Herkal" userId="f3c620e209f08778" providerId="LiveId" clId="{D033AD51-43D7-4C91-8920-6A838971EEC3}" dt="2025-10-23T09:45:06.579" v="35" actId="47"/>
        <pc:sldMkLst>
          <pc:docMk/>
          <pc:sldMk cId="3692099363" sldId="382"/>
        </pc:sldMkLst>
      </pc:sldChg>
      <pc:sldChg chg="del">
        <pc:chgData name="Sudheendra Herkal" userId="f3c620e209f08778" providerId="LiveId" clId="{D033AD51-43D7-4C91-8920-6A838971EEC3}" dt="2025-10-23T09:45:06.579" v="35" actId="47"/>
        <pc:sldMkLst>
          <pc:docMk/>
          <pc:sldMk cId="255134575" sldId="383"/>
        </pc:sldMkLst>
      </pc:sldChg>
      <pc:sldChg chg="del">
        <pc:chgData name="Sudheendra Herkal" userId="f3c620e209f08778" providerId="LiveId" clId="{D033AD51-43D7-4C91-8920-6A838971EEC3}" dt="2025-10-23T09:45:06.579" v="35" actId="47"/>
        <pc:sldMkLst>
          <pc:docMk/>
          <pc:sldMk cId="2527319257" sldId="384"/>
        </pc:sldMkLst>
      </pc:sldChg>
      <pc:sldChg chg="del">
        <pc:chgData name="Sudheendra Herkal" userId="f3c620e209f08778" providerId="LiveId" clId="{D033AD51-43D7-4C91-8920-6A838971EEC3}" dt="2025-10-23T09:45:06.579" v="35" actId="47"/>
        <pc:sldMkLst>
          <pc:docMk/>
          <pc:sldMk cId="1655332884" sldId="385"/>
        </pc:sldMkLst>
      </pc:sldChg>
      <pc:sldChg chg="del">
        <pc:chgData name="Sudheendra Herkal" userId="f3c620e209f08778" providerId="LiveId" clId="{D033AD51-43D7-4C91-8920-6A838971EEC3}" dt="2025-10-23T09:45:06.579" v="35" actId="47"/>
        <pc:sldMkLst>
          <pc:docMk/>
          <pc:sldMk cId="2059798950" sldId="386"/>
        </pc:sldMkLst>
      </pc:sldChg>
      <pc:sldChg chg="del">
        <pc:chgData name="Sudheendra Herkal" userId="f3c620e209f08778" providerId="LiveId" clId="{D033AD51-43D7-4C91-8920-6A838971EEC3}" dt="2025-10-23T09:45:06.579" v="35" actId="47"/>
        <pc:sldMkLst>
          <pc:docMk/>
          <pc:sldMk cId="1593386309" sldId="387"/>
        </pc:sldMkLst>
      </pc:sldChg>
      <pc:sldChg chg="del">
        <pc:chgData name="Sudheendra Herkal" userId="f3c620e209f08778" providerId="LiveId" clId="{D033AD51-43D7-4C91-8920-6A838971EEC3}" dt="2025-10-23T09:45:06.579" v="35" actId="47"/>
        <pc:sldMkLst>
          <pc:docMk/>
          <pc:sldMk cId="2492928537" sldId="388"/>
        </pc:sldMkLst>
      </pc:sldChg>
      <pc:sldChg chg="del">
        <pc:chgData name="Sudheendra Herkal" userId="f3c620e209f08778" providerId="LiveId" clId="{D033AD51-43D7-4C91-8920-6A838971EEC3}" dt="2025-10-23T09:45:06.579" v="35" actId="47"/>
        <pc:sldMkLst>
          <pc:docMk/>
          <pc:sldMk cId="1043483234" sldId="389"/>
        </pc:sldMkLst>
      </pc:sldChg>
    </pc:docChg>
  </pc:docChgLst>
  <pc:docChgLst>
    <pc:chgData name="Sudheendra Herkal" userId="f3c620e209f08778" providerId="LiveId" clId="{3FE32C9D-F3FC-490C-8C1B-32AF77656CF7}"/>
    <pc:docChg chg="undo custSel addSld delSld modSld">
      <pc:chgData name="Sudheendra Herkal" userId="f3c620e209f08778" providerId="LiveId" clId="{3FE32C9D-F3FC-490C-8C1B-32AF77656CF7}" dt="2025-10-29T05:13:03.802" v="2573" actId="1076"/>
      <pc:docMkLst>
        <pc:docMk/>
      </pc:docMkLst>
      <pc:sldChg chg="modSp mod">
        <pc:chgData name="Sudheendra Herkal" userId="f3c620e209f08778" providerId="LiveId" clId="{3FE32C9D-F3FC-490C-8C1B-32AF77656CF7}" dt="2025-10-29T04:40:27.023" v="393" actId="20577"/>
        <pc:sldMkLst>
          <pc:docMk/>
          <pc:sldMk cId="915932053" sldId="256"/>
        </pc:sldMkLst>
        <pc:spChg chg="mod">
          <ac:chgData name="Sudheendra Herkal" userId="f3c620e209f08778" providerId="LiveId" clId="{3FE32C9D-F3FC-490C-8C1B-32AF77656CF7}" dt="2025-10-29T04:40:27.023" v="393" actId="20577"/>
          <ac:spMkLst>
            <pc:docMk/>
            <pc:sldMk cId="915932053" sldId="256"/>
            <ac:spMk id="2" creationId="{7AEBE441-9013-3A7F-EB64-42A80AA1D73E}"/>
          </ac:spMkLst>
        </pc:spChg>
      </pc:sldChg>
      <pc:sldChg chg="del">
        <pc:chgData name="Sudheendra Herkal" userId="f3c620e209f08778" providerId="LiveId" clId="{3FE32C9D-F3FC-490C-8C1B-32AF77656CF7}" dt="2025-10-28T10:42:58.460" v="0" actId="47"/>
        <pc:sldMkLst>
          <pc:docMk/>
          <pc:sldMk cId="3740100220" sldId="370"/>
        </pc:sldMkLst>
      </pc:sldChg>
      <pc:sldChg chg="del">
        <pc:chgData name="Sudheendra Herkal" userId="f3c620e209f08778" providerId="LiveId" clId="{3FE32C9D-F3FC-490C-8C1B-32AF77656CF7}" dt="2025-10-28T10:42:58.460" v="0" actId="47"/>
        <pc:sldMkLst>
          <pc:docMk/>
          <pc:sldMk cId="721516344" sldId="371"/>
        </pc:sldMkLst>
      </pc:sldChg>
      <pc:sldChg chg="del">
        <pc:chgData name="Sudheendra Herkal" userId="f3c620e209f08778" providerId="LiveId" clId="{3FE32C9D-F3FC-490C-8C1B-32AF77656CF7}" dt="2025-10-28T10:42:58.460" v="0" actId="47"/>
        <pc:sldMkLst>
          <pc:docMk/>
          <pc:sldMk cId="2006142311" sldId="372"/>
        </pc:sldMkLst>
      </pc:sldChg>
      <pc:sldChg chg="del">
        <pc:chgData name="Sudheendra Herkal" userId="f3c620e209f08778" providerId="LiveId" clId="{3FE32C9D-F3FC-490C-8C1B-32AF77656CF7}" dt="2025-10-28T10:42:58.460" v="0" actId="47"/>
        <pc:sldMkLst>
          <pc:docMk/>
          <pc:sldMk cId="1451715350" sldId="373"/>
        </pc:sldMkLst>
      </pc:sldChg>
      <pc:sldChg chg="del">
        <pc:chgData name="Sudheendra Herkal" userId="f3c620e209f08778" providerId="LiveId" clId="{3FE32C9D-F3FC-490C-8C1B-32AF77656CF7}" dt="2025-10-28T10:42:58.460" v="0" actId="47"/>
        <pc:sldMkLst>
          <pc:docMk/>
          <pc:sldMk cId="3096203807" sldId="374"/>
        </pc:sldMkLst>
      </pc:sldChg>
      <pc:sldChg chg="del">
        <pc:chgData name="Sudheendra Herkal" userId="f3c620e209f08778" providerId="LiveId" clId="{3FE32C9D-F3FC-490C-8C1B-32AF77656CF7}" dt="2025-10-28T10:42:58.460" v="0" actId="47"/>
        <pc:sldMkLst>
          <pc:docMk/>
          <pc:sldMk cId="2389371824" sldId="375"/>
        </pc:sldMkLst>
      </pc:sldChg>
      <pc:sldChg chg="modSp mod">
        <pc:chgData name="Sudheendra Herkal" userId="f3c620e209f08778" providerId="LiveId" clId="{3FE32C9D-F3FC-490C-8C1B-32AF77656CF7}" dt="2025-10-29T04:41:17.157" v="472" actId="20577"/>
        <pc:sldMkLst>
          <pc:docMk/>
          <pc:sldMk cId="392290644" sldId="376"/>
        </pc:sldMkLst>
        <pc:spChg chg="mod">
          <ac:chgData name="Sudheendra Herkal" userId="f3c620e209f08778" providerId="LiveId" clId="{3FE32C9D-F3FC-490C-8C1B-32AF77656CF7}" dt="2025-10-29T04:41:17.157" v="472" actId="20577"/>
          <ac:spMkLst>
            <pc:docMk/>
            <pc:sldMk cId="392290644" sldId="376"/>
            <ac:spMk id="3" creationId="{E06E232A-D1B5-150A-CC82-BE1EBAD62402}"/>
          </ac:spMkLst>
        </pc:spChg>
      </pc:sldChg>
      <pc:sldChg chg="add del">
        <pc:chgData name="Sudheendra Herkal" userId="f3c620e209f08778" providerId="LiveId" clId="{3FE32C9D-F3FC-490C-8C1B-32AF77656CF7}" dt="2025-10-29T04:43:37.640" v="554"/>
        <pc:sldMkLst>
          <pc:docMk/>
          <pc:sldMk cId="3542484699" sldId="379"/>
        </pc:sldMkLst>
      </pc:sldChg>
      <pc:sldChg chg="add del">
        <pc:chgData name="Sudheendra Herkal" userId="f3c620e209f08778" providerId="LiveId" clId="{3FE32C9D-F3FC-490C-8C1B-32AF77656CF7}" dt="2025-10-29T04:43:37.640" v="554"/>
        <pc:sldMkLst>
          <pc:docMk/>
          <pc:sldMk cId="522327772" sldId="380"/>
        </pc:sldMkLst>
      </pc:sldChg>
      <pc:sldChg chg="modSp mod">
        <pc:chgData name="Sudheendra Herkal" userId="f3c620e209f08778" providerId="LiveId" clId="{3FE32C9D-F3FC-490C-8C1B-32AF77656CF7}" dt="2025-10-29T04:48:52.544" v="788" actId="20577"/>
        <pc:sldMkLst>
          <pc:docMk/>
          <pc:sldMk cId="443662475" sldId="381"/>
        </pc:sldMkLst>
        <pc:spChg chg="mod">
          <ac:chgData name="Sudheendra Herkal" userId="f3c620e209f08778" providerId="LiveId" clId="{3FE32C9D-F3FC-490C-8C1B-32AF77656CF7}" dt="2025-10-29T04:48:52.544" v="788" actId="20577"/>
          <ac:spMkLst>
            <pc:docMk/>
            <pc:sldMk cId="443662475" sldId="381"/>
            <ac:spMk id="3" creationId="{502CBC33-1DC7-E63D-E302-4D65A03EE476}"/>
          </ac:spMkLst>
        </pc:spChg>
      </pc:sldChg>
      <pc:sldChg chg="modSp new mod">
        <pc:chgData name="Sudheendra Herkal" userId="f3c620e209f08778" providerId="LiveId" clId="{3FE32C9D-F3FC-490C-8C1B-32AF77656CF7}" dt="2025-10-29T04:42:58.908" v="553" actId="20577"/>
        <pc:sldMkLst>
          <pc:docMk/>
          <pc:sldMk cId="1826594868" sldId="382"/>
        </pc:sldMkLst>
        <pc:spChg chg="mod">
          <ac:chgData name="Sudheendra Herkal" userId="f3c620e209f08778" providerId="LiveId" clId="{3FE32C9D-F3FC-490C-8C1B-32AF77656CF7}" dt="2025-10-28T10:43:12.871" v="15" actId="20577"/>
          <ac:spMkLst>
            <pc:docMk/>
            <pc:sldMk cId="1826594868" sldId="382"/>
            <ac:spMk id="2" creationId="{33D86992-03F5-ADC7-D050-9C2465D8A79F}"/>
          </ac:spMkLst>
        </pc:spChg>
        <pc:spChg chg="mod">
          <ac:chgData name="Sudheendra Herkal" userId="f3c620e209f08778" providerId="LiveId" clId="{3FE32C9D-F3FC-490C-8C1B-32AF77656CF7}" dt="2025-10-29T04:42:58.908" v="553" actId="20577"/>
          <ac:spMkLst>
            <pc:docMk/>
            <pc:sldMk cId="1826594868" sldId="382"/>
            <ac:spMk id="3" creationId="{259FF95E-57A6-B023-E322-DC76B1886A1B}"/>
          </ac:spMkLst>
        </pc:spChg>
      </pc:sldChg>
      <pc:sldChg chg="del">
        <pc:chgData name="Sudheendra Herkal" userId="f3c620e209f08778" providerId="LiveId" clId="{3FE32C9D-F3FC-490C-8C1B-32AF77656CF7}" dt="2025-10-28T10:42:58.460" v="0" actId="47"/>
        <pc:sldMkLst>
          <pc:docMk/>
          <pc:sldMk cId="1961718344" sldId="382"/>
        </pc:sldMkLst>
      </pc:sldChg>
      <pc:sldChg chg="del">
        <pc:chgData name="Sudheendra Herkal" userId="f3c620e209f08778" providerId="LiveId" clId="{3FE32C9D-F3FC-490C-8C1B-32AF77656CF7}" dt="2025-10-28T10:42:58.460" v="0" actId="47"/>
        <pc:sldMkLst>
          <pc:docMk/>
          <pc:sldMk cId="857583381" sldId="383"/>
        </pc:sldMkLst>
      </pc:sldChg>
      <pc:sldChg chg="modSp new mod">
        <pc:chgData name="Sudheendra Herkal" userId="f3c620e209f08778" providerId="LiveId" clId="{3FE32C9D-F3FC-490C-8C1B-32AF77656CF7}" dt="2025-10-29T04:52:43.051" v="1422" actId="20577"/>
        <pc:sldMkLst>
          <pc:docMk/>
          <pc:sldMk cId="2356997724" sldId="383"/>
        </pc:sldMkLst>
        <pc:spChg chg="mod">
          <ac:chgData name="Sudheendra Herkal" userId="f3c620e209f08778" providerId="LiveId" clId="{3FE32C9D-F3FC-490C-8C1B-32AF77656CF7}" dt="2025-10-29T04:48:59.802" v="790"/>
          <ac:spMkLst>
            <pc:docMk/>
            <pc:sldMk cId="2356997724" sldId="383"/>
            <ac:spMk id="2" creationId="{4BBA0C5B-0B2D-A65F-1E7E-633ED4950B2E}"/>
          </ac:spMkLst>
        </pc:spChg>
        <pc:spChg chg="mod">
          <ac:chgData name="Sudheendra Herkal" userId="f3c620e209f08778" providerId="LiveId" clId="{3FE32C9D-F3FC-490C-8C1B-32AF77656CF7}" dt="2025-10-29T04:52:43.051" v="1422" actId="20577"/>
          <ac:spMkLst>
            <pc:docMk/>
            <pc:sldMk cId="2356997724" sldId="383"/>
            <ac:spMk id="3" creationId="{63036EC5-FB3B-464B-6D56-02B2CC79CBCD}"/>
          </ac:spMkLst>
        </pc:spChg>
      </pc:sldChg>
      <pc:sldChg chg="addSp delSp modSp new mod">
        <pc:chgData name="Sudheendra Herkal" userId="f3c620e209f08778" providerId="LiveId" clId="{3FE32C9D-F3FC-490C-8C1B-32AF77656CF7}" dt="2025-10-29T04:58:11.145" v="1984"/>
        <pc:sldMkLst>
          <pc:docMk/>
          <pc:sldMk cId="980530549" sldId="384"/>
        </pc:sldMkLst>
        <pc:spChg chg="mod">
          <ac:chgData name="Sudheendra Herkal" userId="f3c620e209f08778" providerId="LiveId" clId="{3FE32C9D-F3FC-490C-8C1B-32AF77656CF7}" dt="2025-10-29T04:54:03.363" v="1449" actId="20577"/>
          <ac:spMkLst>
            <pc:docMk/>
            <pc:sldMk cId="980530549" sldId="384"/>
            <ac:spMk id="2" creationId="{1F8E0D06-ADF8-2400-7404-52A194B0809D}"/>
          </ac:spMkLst>
        </pc:spChg>
        <pc:spChg chg="mod">
          <ac:chgData name="Sudheendra Herkal" userId="f3c620e209f08778" providerId="LiveId" clId="{3FE32C9D-F3FC-490C-8C1B-32AF77656CF7}" dt="2025-10-29T04:58:11.145" v="1984"/>
          <ac:spMkLst>
            <pc:docMk/>
            <pc:sldMk cId="980530549" sldId="384"/>
            <ac:spMk id="3" creationId="{E17D2668-E630-1196-100D-87C73566912F}"/>
          </ac:spMkLst>
        </pc:spChg>
        <pc:picChg chg="add del mod">
          <ac:chgData name="Sudheendra Herkal" userId="f3c620e209f08778" providerId="LiveId" clId="{3FE32C9D-F3FC-490C-8C1B-32AF77656CF7}" dt="2025-10-29T04:53:21.005" v="1429" actId="21"/>
          <ac:picMkLst>
            <pc:docMk/>
            <pc:sldMk cId="980530549" sldId="384"/>
            <ac:picMk id="1026" creationId="{F8457B2D-1034-0A78-BAE2-D8761273B2C0}"/>
          </ac:picMkLst>
        </pc:picChg>
      </pc:sldChg>
      <pc:sldChg chg="del">
        <pc:chgData name="Sudheendra Herkal" userId="f3c620e209f08778" providerId="LiveId" clId="{3FE32C9D-F3FC-490C-8C1B-32AF77656CF7}" dt="2025-10-28T10:42:58.460" v="0" actId="47"/>
        <pc:sldMkLst>
          <pc:docMk/>
          <pc:sldMk cId="3893216504" sldId="384"/>
        </pc:sldMkLst>
      </pc:sldChg>
      <pc:sldChg chg="del">
        <pc:chgData name="Sudheendra Herkal" userId="f3c620e209f08778" providerId="LiveId" clId="{3FE32C9D-F3FC-490C-8C1B-32AF77656CF7}" dt="2025-10-28T10:42:58.460" v="0" actId="47"/>
        <pc:sldMkLst>
          <pc:docMk/>
          <pc:sldMk cId="248100402" sldId="385"/>
        </pc:sldMkLst>
      </pc:sldChg>
      <pc:sldChg chg="addSp delSp modSp new mod">
        <pc:chgData name="Sudheendra Herkal" userId="f3c620e209f08778" providerId="LiveId" clId="{3FE32C9D-F3FC-490C-8C1B-32AF77656CF7}" dt="2025-10-29T04:53:38.958" v="1435" actId="1076"/>
        <pc:sldMkLst>
          <pc:docMk/>
          <pc:sldMk cId="857765345" sldId="385"/>
        </pc:sldMkLst>
        <pc:spChg chg="mod">
          <ac:chgData name="Sudheendra Herkal" userId="f3c620e209f08778" providerId="LiveId" clId="{3FE32C9D-F3FC-490C-8C1B-32AF77656CF7}" dt="2025-10-29T04:53:30.489" v="1433"/>
          <ac:spMkLst>
            <pc:docMk/>
            <pc:sldMk cId="857765345" sldId="385"/>
            <ac:spMk id="2" creationId="{38065319-E1B6-4C95-4E65-0AA07297D820}"/>
          </ac:spMkLst>
        </pc:spChg>
        <pc:spChg chg="del">
          <ac:chgData name="Sudheendra Herkal" userId="f3c620e209f08778" providerId="LiveId" clId="{3FE32C9D-F3FC-490C-8C1B-32AF77656CF7}" dt="2025-10-29T04:53:32.314" v="1434" actId="478"/>
          <ac:spMkLst>
            <pc:docMk/>
            <pc:sldMk cId="857765345" sldId="385"/>
            <ac:spMk id="3" creationId="{55915448-B3FE-A617-0AC4-8C0DA88E389C}"/>
          </ac:spMkLst>
        </pc:spChg>
        <pc:picChg chg="add mod">
          <ac:chgData name="Sudheendra Herkal" userId="f3c620e209f08778" providerId="LiveId" clId="{3FE32C9D-F3FC-490C-8C1B-32AF77656CF7}" dt="2025-10-29T04:53:38.958" v="1435" actId="1076"/>
          <ac:picMkLst>
            <pc:docMk/>
            <pc:sldMk cId="857765345" sldId="385"/>
            <ac:picMk id="1026" creationId="{F8457B2D-1034-0A78-BAE2-D8761273B2C0}"/>
          </ac:picMkLst>
        </pc:picChg>
      </pc:sldChg>
      <pc:sldChg chg="modSp new mod">
        <pc:chgData name="Sudheendra Herkal" userId="f3c620e209f08778" providerId="LiveId" clId="{3FE32C9D-F3FC-490C-8C1B-32AF77656CF7}" dt="2025-10-29T05:07:36.131" v="2279" actId="122"/>
        <pc:sldMkLst>
          <pc:docMk/>
          <pc:sldMk cId="2357887541" sldId="386"/>
        </pc:sldMkLst>
        <pc:spChg chg="mod">
          <ac:chgData name="Sudheendra Herkal" userId="f3c620e209f08778" providerId="LiveId" clId="{3FE32C9D-F3FC-490C-8C1B-32AF77656CF7}" dt="2025-10-29T05:03:51.411" v="2012" actId="20577"/>
          <ac:spMkLst>
            <pc:docMk/>
            <pc:sldMk cId="2357887541" sldId="386"/>
            <ac:spMk id="2" creationId="{007C93C5-FC61-F8DC-9DBA-D967753715B3}"/>
          </ac:spMkLst>
        </pc:spChg>
        <pc:spChg chg="mod">
          <ac:chgData name="Sudheendra Herkal" userId="f3c620e209f08778" providerId="LiveId" clId="{3FE32C9D-F3FC-490C-8C1B-32AF77656CF7}" dt="2025-10-29T05:07:36.131" v="2279" actId="122"/>
          <ac:spMkLst>
            <pc:docMk/>
            <pc:sldMk cId="2357887541" sldId="386"/>
            <ac:spMk id="3" creationId="{BB789CB3-0CDC-0E2E-2FD0-42A6FB1325D7}"/>
          </ac:spMkLst>
        </pc:spChg>
      </pc:sldChg>
      <pc:sldChg chg="new del">
        <pc:chgData name="Sudheendra Herkal" userId="f3c620e209f08778" providerId="LiveId" clId="{3FE32C9D-F3FC-490C-8C1B-32AF77656CF7}" dt="2025-10-29T04:58:30.504" v="1986" actId="2696"/>
        <pc:sldMkLst>
          <pc:docMk/>
          <pc:sldMk cId="4076646439" sldId="386"/>
        </pc:sldMkLst>
      </pc:sldChg>
      <pc:sldChg chg="modSp new mod">
        <pc:chgData name="Sudheendra Herkal" userId="f3c620e209f08778" providerId="LiveId" clId="{3FE32C9D-F3FC-490C-8C1B-32AF77656CF7}" dt="2025-10-29T05:13:03.802" v="2573" actId="1076"/>
        <pc:sldMkLst>
          <pc:docMk/>
          <pc:sldMk cId="957149502" sldId="387"/>
        </pc:sldMkLst>
        <pc:spChg chg="mod">
          <ac:chgData name="Sudheendra Herkal" userId="f3c620e209f08778" providerId="LiveId" clId="{3FE32C9D-F3FC-490C-8C1B-32AF77656CF7}" dt="2025-10-29T05:07:30.450" v="2277"/>
          <ac:spMkLst>
            <pc:docMk/>
            <pc:sldMk cId="957149502" sldId="387"/>
            <ac:spMk id="2" creationId="{1C3E7F7C-A2E2-75BC-C76E-D45F33674605}"/>
          </ac:spMkLst>
        </pc:spChg>
        <pc:spChg chg="mod">
          <ac:chgData name="Sudheendra Herkal" userId="f3c620e209f08778" providerId="LiveId" clId="{3FE32C9D-F3FC-490C-8C1B-32AF77656CF7}" dt="2025-10-29T05:13:03.802" v="2573" actId="1076"/>
          <ac:spMkLst>
            <pc:docMk/>
            <pc:sldMk cId="957149502" sldId="387"/>
            <ac:spMk id="3" creationId="{DD83F02E-426D-9F08-075C-957B49896E5F}"/>
          </ac:spMkLst>
        </pc:spChg>
      </pc:sldChg>
    </pc:docChg>
  </pc:docChgLst>
  <pc:docChgLst>
    <pc:chgData name="Sudheendra Herkal" userId="f3c620e209f08778" providerId="LiveId" clId="{EDB08B13-A852-4598-A3F5-7C83E09B8ED4}"/>
    <pc:docChg chg="undo redo custSel addSld modSld">
      <pc:chgData name="Sudheendra Herkal" userId="f3c620e209f08778" providerId="LiveId" clId="{EDB08B13-A852-4598-A3F5-7C83E09B8ED4}" dt="2025-10-09T12:52:34.148" v="6875" actId="20577"/>
      <pc:docMkLst>
        <pc:docMk/>
      </pc:docMkLst>
      <pc:sldChg chg="modSp mod">
        <pc:chgData name="Sudheendra Herkal" userId="f3c620e209f08778" providerId="LiveId" clId="{EDB08B13-A852-4598-A3F5-7C83E09B8ED4}" dt="2025-10-08T11:41:47.910" v="6" actId="20577"/>
        <pc:sldMkLst>
          <pc:docMk/>
          <pc:sldMk cId="74970760" sldId="262"/>
        </pc:sldMkLst>
      </pc:sldChg>
      <pc:sldChg chg="modAnim">
        <pc:chgData name="Sudheendra Herkal" userId="f3c620e209f08778" providerId="LiveId" clId="{EDB08B13-A852-4598-A3F5-7C83E09B8ED4}" dt="2025-10-08T11:42:11.378" v="8"/>
        <pc:sldMkLst>
          <pc:docMk/>
          <pc:sldMk cId="3309707328" sldId="264"/>
        </pc:sldMkLst>
      </pc:sldChg>
      <pc:sldChg chg="modAnim">
        <pc:chgData name="Sudheendra Herkal" userId="f3c620e209f08778" providerId="LiveId" clId="{EDB08B13-A852-4598-A3F5-7C83E09B8ED4}" dt="2025-10-08T11:42:07.191" v="7"/>
        <pc:sldMkLst>
          <pc:docMk/>
          <pc:sldMk cId="1995030943" sldId="266"/>
        </pc:sldMkLst>
      </pc:sldChg>
      <pc:sldChg chg="modSp">
        <pc:chgData name="Sudheendra Herkal" userId="f3c620e209f08778" providerId="LiveId" clId="{EDB08B13-A852-4598-A3F5-7C83E09B8ED4}" dt="2025-10-09T11:21:37.933" v="3444" actId="20577"/>
        <pc:sldMkLst>
          <pc:docMk/>
          <pc:sldMk cId="3618754212" sldId="267"/>
        </pc:sldMkLst>
      </pc:sldChg>
      <pc:sldChg chg="modSp">
        <pc:chgData name="Sudheendra Herkal" userId="f3c620e209f08778" providerId="LiveId" clId="{EDB08B13-A852-4598-A3F5-7C83E09B8ED4}" dt="2025-10-09T11:24:00.293" v="3467" actId="20577"/>
        <pc:sldMkLst>
          <pc:docMk/>
          <pc:sldMk cId="3798324061" sldId="268"/>
        </pc:sldMkLst>
      </pc:sldChg>
      <pc:sldChg chg="modSp mod">
        <pc:chgData name="Sudheendra Herkal" userId="f3c620e209f08778" providerId="LiveId" clId="{EDB08B13-A852-4598-A3F5-7C83E09B8ED4}" dt="2025-10-09T11:22:59.307" v="3460" actId="27636"/>
        <pc:sldMkLst>
          <pc:docMk/>
          <pc:sldMk cId="3779446480" sldId="269"/>
        </pc:sldMkLst>
      </pc:sldChg>
      <pc:sldChg chg="modSp">
        <pc:chgData name="Sudheendra Herkal" userId="f3c620e209f08778" providerId="LiveId" clId="{EDB08B13-A852-4598-A3F5-7C83E09B8ED4}" dt="2025-10-09T11:22:37.946" v="3458" actId="20577"/>
        <pc:sldMkLst>
          <pc:docMk/>
          <pc:sldMk cId="1285202188" sldId="271"/>
        </pc:sldMkLst>
      </pc:sldChg>
      <pc:sldChg chg="modSp new mod">
        <pc:chgData name="Sudheendra Herkal" userId="f3c620e209f08778" providerId="LiveId" clId="{EDB08B13-A852-4598-A3F5-7C83E09B8ED4}" dt="2025-10-09T11:28:22.276" v="3509" actId="20577"/>
        <pc:sldMkLst>
          <pc:docMk/>
          <pc:sldMk cId="116796527" sldId="358"/>
        </pc:sldMkLst>
      </pc:sldChg>
      <pc:sldChg chg="modSp new mod">
        <pc:chgData name="Sudheendra Herkal" userId="f3c620e209f08778" providerId="LiveId" clId="{EDB08B13-A852-4598-A3F5-7C83E09B8ED4}" dt="2025-10-09T11:00:45.459" v="3429" actId="20577"/>
        <pc:sldMkLst>
          <pc:docMk/>
          <pc:sldMk cId="1723249886" sldId="359"/>
        </pc:sldMkLst>
      </pc:sldChg>
      <pc:sldChg chg="addSp delSp modSp new mod">
        <pc:chgData name="Sudheendra Herkal" userId="f3c620e209f08778" providerId="LiveId" clId="{EDB08B13-A852-4598-A3F5-7C83E09B8ED4}" dt="2025-10-09T11:27:11.520" v="3477" actId="20577"/>
        <pc:sldMkLst>
          <pc:docMk/>
          <pc:sldMk cId="2976915603" sldId="360"/>
        </pc:sldMkLst>
      </pc:sldChg>
      <pc:sldChg chg="modSp new mod">
        <pc:chgData name="Sudheendra Herkal" userId="f3c620e209f08778" providerId="LiveId" clId="{EDB08B13-A852-4598-A3F5-7C83E09B8ED4}" dt="2025-10-09T11:28:03.197" v="3505" actId="20577"/>
        <pc:sldMkLst>
          <pc:docMk/>
          <pc:sldMk cId="2339331218" sldId="361"/>
        </pc:sldMkLst>
      </pc:sldChg>
      <pc:sldChg chg="addSp delSp modSp new mod">
        <pc:chgData name="Sudheendra Herkal" userId="f3c620e209f08778" providerId="LiveId" clId="{EDB08B13-A852-4598-A3F5-7C83E09B8ED4}" dt="2025-10-09T11:34:20.167" v="3542" actId="313"/>
        <pc:sldMkLst>
          <pc:docMk/>
          <pc:sldMk cId="2669044741" sldId="362"/>
        </pc:sldMkLst>
      </pc:sldChg>
      <pc:sldChg chg="modSp new mod">
        <pc:chgData name="Sudheendra Herkal" userId="f3c620e209f08778" providerId="LiveId" clId="{EDB08B13-A852-4598-A3F5-7C83E09B8ED4}" dt="2025-10-09T12:46:51.572" v="6763" actId="20577"/>
        <pc:sldMkLst>
          <pc:docMk/>
          <pc:sldMk cId="3258131539" sldId="363"/>
        </pc:sldMkLst>
      </pc:sldChg>
      <pc:sldChg chg="addSp delSp modSp new mod">
        <pc:chgData name="Sudheendra Herkal" userId="f3c620e209f08778" providerId="LiveId" clId="{EDB08B13-A852-4598-A3F5-7C83E09B8ED4}" dt="2025-10-09T11:31:14.416" v="3541" actId="1076"/>
        <pc:sldMkLst>
          <pc:docMk/>
          <pc:sldMk cId="585506794" sldId="364"/>
        </pc:sldMkLst>
      </pc:sldChg>
      <pc:sldChg chg="addSp delSp modSp new mod">
        <pc:chgData name="Sudheendra Herkal" userId="f3c620e209f08778" providerId="LiveId" clId="{EDB08B13-A852-4598-A3F5-7C83E09B8ED4}" dt="2025-10-09T11:42:19.870" v="4240" actId="1076"/>
        <pc:sldMkLst>
          <pc:docMk/>
          <pc:sldMk cId="1174977947" sldId="365"/>
        </pc:sldMkLst>
      </pc:sldChg>
      <pc:sldChg chg="modSp new mod modNotesTx">
        <pc:chgData name="Sudheendra Herkal" userId="f3c620e209f08778" providerId="LiveId" clId="{EDB08B13-A852-4598-A3F5-7C83E09B8ED4}" dt="2025-10-09T12:48:06.021" v="6777" actId="20577"/>
        <pc:sldMkLst>
          <pc:docMk/>
          <pc:sldMk cId="365300225" sldId="366"/>
        </pc:sldMkLst>
      </pc:sldChg>
      <pc:sldChg chg="addSp modSp new mod">
        <pc:chgData name="Sudheendra Herkal" userId="f3c620e209f08778" providerId="LiveId" clId="{EDB08B13-A852-4598-A3F5-7C83E09B8ED4}" dt="2025-10-09T12:52:34.148" v="6875" actId="20577"/>
        <pc:sldMkLst>
          <pc:docMk/>
          <pc:sldMk cId="2471643902" sldId="367"/>
        </pc:sldMkLst>
      </pc:sldChg>
      <pc:sldChg chg="delSp modSp add mod">
        <pc:chgData name="Sudheendra Herkal" userId="f3c620e209f08778" providerId="LiveId" clId="{EDB08B13-A852-4598-A3F5-7C83E09B8ED4}" dt="2025-10-09T12:27:03.337" v="6148" actId="1076"/>
        <pc:sldMkLst>
          <pc:docMk/>
          <pc:sldMk cId="1670509580" sldId="368"/>
        </pc:sldMkLst>
      </pc:sldChg>
      <pc:sldChg chg="addSp delSp modSp new mod">
        <pc:chgData name="Sudheendra Herkal" userId="f3c620e209f08778" providerId="LiveId" clId="{EDB08B13-A852-4598-A3F5-7C83E09B8ED4}" dt="2025-10-09T12:28:57.447" v="6228" actId="20577"/>
        <pc:sldMkLst>
          <pc:docMk/>
          <pc:sldMk cId="57302856" sldId="369"/>
        </pc:sldMkLst>
      </pc:sldChg>
      <pc:sldChg chg="addSp modSp new mod modAnim modNotesTx">
        <pc:chgData name="Sudheendra Herkal" userId="f3c620e209f08778" providerId="LiveId" clId="{EDB08B13-A852-4598-A3F5-7C83E09B8ED4}" dt="2025-10-09T12:46:06.618" v="6761" actId="20577"/>
        <pc:sldMkLst>
          <pc:docMk/>
          <pc:sldMk cId="499465743" sldId="370"/>
        </pc:sldMkLst>
      </pc:sldChg>
    </pc:docChg>
  </pc:docChgLst>
  <pc:docChgLst>
    <pc:chgData name="Sudheendra Herkal" userId="f3c620e209f08778" providerId="LiveId" clId="{A57C8066-4218-48F7-8442-107EC3E4BB1D}"/>
    <pc:docChg chg="undo redo custSel addSld delSld modSld sldOrd">
      <pc:chgData name="Sudheendra Herkal" userId="f3c620e209f08778" providerId="LiveId" clId="{A57C8066-4218-48F7-8442-107EC3E4BB1D}" dt="2025-10-28T10:40:19.485" v="640"/>
      <pc:docMkLst>
        <pc:docMk/>
      </pc:docMkLst>
      <pc:sldChg chg="modSp mod">
        <pc:chgData name="Sudheendra Herkal" userId="f3c620e209f08778" providerId="LiveId" clId="{A57C8066-4218-48F7-8442-107EC3E4BB1D}" dt="2025-10-28T10:23:50.781" v="116" actId="1076"/>
        <pc:sldMkLst>
          <pc:docMk/>
          <pc:sldMk cId="3096203807" sldId="374"/>
        </pc:sldMkLst>
        <pc:spChg chg="mod">
          <ac:chgData name="Sudheendra Herkal" userId="f3c620e209f08778" providerId="LiveId" clId="{A57C8066-4218-48F7-8442-107EC3E4BB1D}" dt="2025-10-28T10:23:46.014" v="114" actId="14100"/>
          <ac:spMkLst>
            <pc:docMk/>
            <pc:sldMk cId="3096203807" sldId="374"/>
            <ac:spMk id="4" creationId="{BB98833F-7706-07FB-7D08-1A9890FF541E}"/>
          </ac:spMkLst>
        </pc:spChg>
        <pc:picChg chg="mod">
          <ac:chgData name="Sudheendra Herkal" userId="f3c620e209f08778" providerId="LiveId" clId="{A57C8066-4218-48F7-8442-107EC3E4BB1D}" dt="2025-10-28T10:23:50.781" v="116" actId="1076"/>
          <ac:picMkLst>
            <pc:docMk/>
            <pc:sldMk cId="3096203807" sldId="374"/>
            <ac:picMk id="1026" creationId="{560C53AC-80D6-D2B8-6864-8FA4193945C0}"/>
          </ac:picMkLst>
        </pc:picChg>
      </pc:sldChg>
      <pc:sldChg chg="modSp">
        <pc:chgData name="Sudheendra Herkal" userId="f3c620e209f08778" providerId="LiveId" clId="{A57C8066-4218-48F7-8442-107EC3E4BB1D}" dt="2025-10-28T10:27:27.520" v="130" actId="20577"/>
        <pc:sldMkLst>
          <pc:docMk/>
          <pc:sldMk cId="3255637261" sldId="378"/>
        </pc:sldMkLst>
        <pc:spChg chg="mod">
          <ac:chgData name="Sudheendra Herkal" userId="f3c620e209f08778" providerId="LiveId" clId="{A57C8066-4218-48F7-8442-107EC3E4BB1D}" dt="2025-10-28T10:27:27.520" v="130" actId="20577"/>
          <ac:spMkLst>
            <pc:docMk/>
            <pc:sldMk cId="3255637261" sldId="378"/>
            <ac:spMk id="3" creationId="{BF018769-2BB3-565D-6590-85E6A5790624}"/>
          </ac:spMkLst>
        </pc:spChg>
      </pc:sldChg>
      <pc:sldChg chg="modSp mod">
        <pc:chgData name="Sudheendra Herkal" userId="f3c620e209f08778" providerId="LiveId" clId="{A57C8066-4218-48F7-8442-107EC3E4BB1D}" dt="2025-10-27T11:21:50.824" v="91" actId="313"/>
        <pc:sldMkLst>
          <pc:docMk/>
          <pc:sldMk cId="443662475" sldId="381"/>
        </pc:sldMkLst>
        <pc:spChg chg="mod">
          <ac:chgData name="Sudheendra Herkal" userId="f3c620e209f08778" providerId="LiveId" clId="{A57C8066-4218-48F7-8442-107EC3E4BB1D}" dt="2025-10-27T11:21:50.824" v="91" actId="313"/>
          <ac:spMkLst>
            <pc:docMk/>
            <pc:sldMk cId="443662475" sldId="381"/>
            <ac:spMk id="3" creationId="{502CBC33-1DC7-E63D-E302-4D65A03EE476}"/>
          </ac:spMkLst>
        </pc:spChg>
      </pc:sldChg>
      <pc:sldChg chg="new del">
        <pc:chgData name="Sudheendra Herkal" userId="f3c620e209f08778" providerId="LiveId" clId="{A57C8066-4218-48F7-8442-107EC3E4BB1D}" dt="2025-10-28T10:28:45.249" v="131" actId="47"/>
        <pc:sldMkLst>
          <pc:docMk/>
          <pc:sldMk cId="1089156690" sldId="382"/>
        </pc:sldMkLst>
      </pc:sldChg>
      <pc:sldChg chg="modSp new mod ord">
        <pc:chgData name="Sudheendra Herkal" userId="f3c620e209f08778" providerId="LiveId" clId="{A57C8066-4218-48F7-8442-107EC3E4BB1D}" dt="2025-10-28T10:36:29.547" v="376"/>
        <pc:sldMkLst>
          <pc:docMk/>
          <pc:sldMk cId="1961718344" sldId="382"/>
        </pc:sldMkLst>
        <pc:spChg chg="mod">
          <ac:chgData name="Sudheendra Herkal" userId="f3c620e209f08778" providerId="LiveId" clId="{A57C8066-4218-48F7-8442-107EC3E4BB1D}" dt="2025-10-28T10:33:44.172" v="135"/>
          <ac:spMkLst>
            <pc:docMk/>
            <pc:sldMk cId="1961718344" sldId="382"/>
            <ac:spMk id="2" creationId="{ED2E12D2-3FF5-EAEC-F813-1EEDC7355B22}"/>
          </ac:spMkLst>
        </pc:spChg>
        <pc:spChg chg="mod">
          <ac:chgData name="Sudheendra Herkal" userId="f3c620e209f08778" providerId="LiveId" clId="{A57C8066-4218-48F7-8442-107EC3E4BB1D}" dt="2025-10-28T10:36:29.547" v="376"/>
          <ac:spMkLst>
            <pc:docMk/>
            <pc:sldMk cId="1961718344" sldId="382"/>
            <ac:spMk id="3" creationId="{D099E40F-BF5A-4A2E-A8E5-85243E33D52B}"/>
          </ac:spMkLst>
        </pc:spChg>
      </pc:sldChg>
      <pc:sldChg chg="modSp add mod">
        <pc:chgData name="Sudheendra Herkal" userId="f3c620e209f08778" providerId="LiveId" clId="{A57C8066-4218-48F7-8442-107EC3E4BB1D}" dt="2025-10-28T10:35:41.140" v="313" actId="20577"/>
        <pc:sldMkLst>
          <pc:docMk/>
          <pc:sldMk cId="857583381" sldId="383"/>
        </pc:sldMkLst>
        <pc:spChg chg="mod">
          <ac:chgData name="Sudheendra Herkal" userId="f3c620e209f08778" providerId="LiveId" clId="{A57C8066-4218-48F7-8442-107EC3E4BB1D}" dt="2025-10-28T10:35:41.140" v="313" actId="20577"/>
          <ac:spMkLst>
            <pc:docMk/>
            <pc:sldMk cId="857583381" sldId="383"/>
            <ac:spMk id="2" creationId="{955DA84A-DA9A-97D8-261F-C618A6A29789}"/>
          </ac:spMkLst>
        </pc:spChg>
      </pc:sldChg>
      <pc:sldChg chg="modSp add mod">
        <pc:chgData name="Sudheendra Herkal" userId="f3c620e209f08778" providerId="LiveId" clId="{A57C8066-4218-48F7-8442-107EC3E4BB1D}" dt="2025-10-28T10:36:38.412" v="379"/>
        <pc:sldMkLst>
          <pc:docMk/>
          <pc:sldMk cId="3893216504" sldId="384"/>
        </pc:sldMkLst>
        <pc:spChg chg="mod">
          <ac:chgData name="Sudheendra Herkal" userId="f3c620e209f08778" providerId="LiveId" clId="{A57C8066-4218-48F7-8442-107EC3E4BB1D}" dt="2025-10-28T10:35:44.421" v="315" actId="20577"/>
          <ac:spMkLst>
            <pc:docMk/>
            <pc:sldMk cId="3893216504" sldId="384"/>
            <ac:spMk id="2" creationId="{F9DDCFD8-C254-C9FB-FE7D-F603F83F4229}"/>
          </ac:spMkLst>
        </pc:spChg>
        <pc:spChg chg="mod">
          <ac:chgData name="Sudheendra Herkal" userId="f3c620e209f08778" providerId="LiveId" clId="{A57C8066-4218-48F7-8442-107EC3E4BB1D}" dt="2025-10-28T10:36:38.412" v="379"/>
          <ac:spMkLst>
            <pc:docMk/>
            <pc:sldMk cId="3893216504" sldId="384"/>
            <ac:spMk id="3" creationId="{EE0971BF-17EC-BFC9-A62D-115C07EAABE9}"/>
          </ac:spMkLst>
        </pc:spChg>
      </pc:sldChg>
      <pc:sldChg chg="modSp new mod modAnim">
        <pc:chgData name="Sudheendra Herkal" userId="f3c620e209f08778" providerId="LiveId" clId="{A57C8066-4218-48F7-8442-107EC3E4BB1D}" dt="2025-10-28T10:40:19.485" v="640"/>
        <pc:sldMkLst>
          <pc:docMk/>
          <pc:sldMk cId="248100402" sldId="385"/>
        </pc:sldMkLst>
        <pc:spChg chg="mod">
          <ac:chgData name="Sudheendra Herkal" userId="f3c620e209f08778" providerId="LiveId" clId="{A57C8066-4218-48F7-8442-107EC3E4BB1D}" dt="2025-10-28T10:38:04.844" v="388" actId="20577"/>
          <ac:spMkLst>
            <pc:docMk/>
            <pc:sldMk cId="248100402" sldId="385"/>
            <ac:spMk id="2" creationId="{C5125DAF-11C2-C78E-25E7-DD9571BDB804}"/>
          </ac:spMkLst>
        </pc:spChg>
        <pc:spChg chg="mod">
          <ac:chgData name="Sudheendra Herkal" userId="f3c620e209f08778" providerId="LiveId" clId="{A57C8066-4218-48F7-8442-107EC3E4BB1D}" dt="2025-10-28T10:40:17.874" v="639" actId="404"/>
          <ac:spMkLst>
            <pc:docMk/>
            <pc:sldMk cId="248100402" sldId="385"/>
            <ac:spMk id="3" creationId="{09EFE860-8712-20F6-ABE9-951B21FE441B}"/>
          </ac:spMkLst>
        </pc:spChg>
      </pc:sldChg>
    </pc:docChg>
  </pc:docChgLst>
  <pc:docChgLst>
    <pc:chgData name="Sudheendra Herkal" userId="f3c620e209f08778" providerId="LiveId" clId="{3694C9B6-C086-48BB-9E5A-BA7629FDFD6E}"/>
    <pc:docChg chg="undo redo custSel addSld delSld modSld modMainMaster">
      <pc:chgData name="Sudheendra Herkal" userId="f3c620e209f08778" providerId="LiveId" clId="{3694C9B6-C086-48BB-9E5A-BA7629FDFD6E}" dt="2025-10-29T05:30:31.319" v="12356" actId="1035"/>
      <pc:docMkLst>
        <pc:docMk/>
      </pc:docMkLst>
      <pc:sldChg chg="modSp mod">
        <pc:chgData name="Sudheendra Herkal" userId="f3c620e209f08778" providerId="LiveId" clId="{3694C9B6-C086-48BB-9E5A-BA7629FDFD6E}" dt="2025-10-26T07:38:01.122" v="9927" actId="20577"/>
        <pc:sldMkLst>
          <pc:docMk/>
          <pc:sldMk cId="915932053" sldId="256"/>
        </pc:sldMkLst>
        <pc:spChg chg="mod">
          <ac:chgData name="Sudheendra Herkal" userId="f3c620e209f08778" providerId="LiveId" clId="{3694C9B6-C086-48BB-9E5A-BA7629FDFD6E}" dt="2025-10-26T07:38:01.122" v="9927" actId="20577"/>
          <ac:spMkLst>
            <pc:docMk/>
            <pc:sldMk cId="915932053" sldId="256"/>
            <ac:spMk id="2" creationId="{7AEBE441-9013-3A7F-EB64-42A80AA1D73E}"/>
          </ac:spMkLst>
        </pc:spChg>
      </pc:sldChg>
      <pc:sldChg chg="del">
        <pc:chgData name="Sudheendra Herkal" userId="f3c620e209f08778" providerId="LiveId" clId="{3694C9B6-C086-48BB-9E5A-BA7629FDFD6E}" dt="2025-10-11T08:14:10.204" v="59" actId="47"/>
        <pc:sldMkLst>
          <pc:docMk/>
          <pc:sldMk cId="2139743339" sldId="257"/>
        </pc:sldMkLst>
      </pc:sldChg>
      <pc:sldChg chg="del">
        <pc:chgData name="Sudheendra Herkal" userId="f3c620e209f08778" providerId="LiveId" clId="{3694C9B6-C086-48BB-9E5A-BA7629FDFD6E}" dt="2025-10-11T08:14:10.204" v="59" actId="47"/>
        <pc:sldMkLst>
          <pc:docMk/>
          <pc:sldMk cId="2126293867" sldId="258"/>
        </pc:sldMkLst>
      </pc:sldChg>
      <pc:sldChg chg="del">
        <pc:chgData name="Sudheendra Herkal" userId="f3c620e209f08778" providerId="LiveId" clId="{3694C9B6-C086-48BB-9E5A-BA7629FDFD6E}" dt="2025-10-11T08:14:10.204" v="59" actId="47"/>
        <pc:sldMkLst>
          <pc:docMk/>
          <pc:sldMk cId="2314123304" sldId="259"/>
        </pc:sldMkLst>
      </pc:sldChg>
      <pc:sldChg chg="del">
        <pc:chgData name="Sudheendra Herkal" userId="f3c620e209f08778" providerId="LiveId" clId="{3694C9B6-C086-48BB-9E5A-BA7629FDFD6E}" dt="2025-10-11T08:14:10.204" v="59" actId="47"/>
        <pc:sldMkLst>
          <pc:docMk/>
          <pc:sldMk cId="424699907" sldId="260"/>
        </pc:sldMkLst>
      </pc:sldChg>
      <pc:sldChg chg="del">
        <pc:chgData name="Sudheendra Herkal" userId="f3c620e209f08778" providerId="LiveId" clId="{3694C9B6-C086-48BB-9E5A-BA7629FDFD6E}" dt="2025-10-11T08:14:10.204" v="59" actId="47"/>
        <pc:sldMkLst>
          <pc:docMk/>
          <pc:sldMk cId="3852952047" sldId="261"/>
        </pc:sldMkLst>
      </pc:sldChg>
      <pc:sldChg chg="del">
        <pc:chgData name="Sudheendra Herkal" userId="f3c620e209f08778" providerId="LiveId" clId="{3694C9B6-C086-48BB-9E5A-BA7629FDFD6E}" dt="2025-10-11T08:14:10.204" v="59" actId="47"/>
        <pc:sldMkLst>
          <pc:docMk/>
          <pc:sldMk cId="74970760" sldId="262"/>
        </pc:sldMkLst>
      </pc:sldChg>
      <pc:sldChg chg="del">
        <pc:chgData name="Sudheendra Herkal" userId="f3c620e209f08778" providerId="LiveId" clId="{3694C9B6-C086-48BB-9E5A-BA7629FDFD6E}" dt="2025-10-11T08:14:10.204" v="59" actId="47"/>
        <pc:sldMkLst>
          <pc:docMk/>
          <pc:sldMk cId="3010937382" sldId="263"/>
        </pc:sldMkLst>
      </pc:sldChg>
      <pc:sldChg chg="del">
        <pc:chgData name="Sudheendra Herkal" userId="f3c620e209f08778" providerId="LiveId" clId="{3694C9B6-C086-48BB-9E5A-BA7629FDFD6E}" dt="2025-10-11T08:14:10.204" v="59" actId="47"/>
        <pc:sldMkLst>
          <pc:docMk/>
          <pc:sldMk cId="3309707328" sldId="264"/>
        </pc:sldMkLst>
      </pc:sldChg>
      <pc:sldChg chg="del">
        <pc:chgData name="Sudheendra Herkal" userId="f3c620e209f08778" providerId="LiveId" clId="{3694C9B6-C086-48BB-9E5A-BA7629FDFD6E}" dt="2025-10-11T08:14:10.204" v="59" actId="47"/>
        <pc:sldMkLst>
          <pc:docMk/>
          <pc:sldMk cId="4225370234" sldId="265"/>
        </pc:sldMkLst>
      </pc:sldChg>
      <pc:sldChg chg="del">
        <pc:chgData name="Sudheendra Herkal" userId="f3c620e209f08778" providerId="LiveId" clId="{3694C9B6-C086-48BB-9E5A-BA7629FDFD6E}" dt="2025-10-11T08:14:10.204" v="59" actId="47"/>
        <pc:sldMkLst>
          <pc:docMk/>
          <pc:sldMk cId="1995030943" sldId="266"/>
        </pc:sldMkLst>
      </pc:sldChg>
      <pc:sldChg chg="del">
        <pc:chgData name="Sudheendra Herkal" userId="f3c620e209f08778" providerId="LiveId" clId="{3694C9B6-C086-48BB-9E5A-BA7629FDFD6E}" dt="2025-10-11T08:14:10.204" v="59" actId="47"/>
        <pc:sldMkLst>
          <pc:docMk/>
          <pc:sldMk cId="3618754212" sldId="267"/>
        </pc:sldMkLst>
      </pc:sldChg>
      <pc:sldChg chg="del">
        <pc:chgData name="Sudheendra Herkal" userId="f3c620e209f08778" providerId="LiveId" clId="{3694C9B6-C086-48BB-9E5A-BA7629FDFD6E}" dt="2025-10-11T08:14:10.204" v="59" actId="47"/>
        <pc:sldMkLst>
          <pc:docMk/>
          <pc:sldMk cId="3798324061" sldId="268"/>
        </pc:sldMkLst>
      </pc:sldChg>
      <pc:sldChg chg="del">
        <pc:chgData name="Sudheendra Herkal" userId="f3c620e209f08778" providerId="LiveId" clId="{3694C9B6-C086-48BB-9E5A-BA7629FDFD6E}" dt="2025-10-11T08:14:10.204" v="59" actId="47"/>
        <pc:sldMkLst>
          <pc:docMk/>
          <pc:sldMk cId="3779446480" sldId="269"/>
        </pc:sldMkLst>
      </pc:sldChg>
      <pc:sldChg chg="del">
        <pc:chgData name="Sudheendra Herkal" userId="f3c620e209f08778" providerId="LiveId" clId="{3694C9B6-C086-48BB-9E5A-BA7629FDFD6E}" dt="2025-10-11T08:14:10.204" v="59" actId="47"/>
        <pc:sldMkLst>
          <pc:docMk/>
          <pc:sldMk cId="1285202188" sldId="271"/>
        </pc:sldMkLst>
      </pc:sldChg>
      <pc:sldChg chg="del">
        <pc:chgData name="Sudheendra Herkal" userId="f3c620e209f08778" providerId="LiveId" clId="{3694C9B6-C086-48BB-9E5A-BA7629FDFD6E}" dt="2025-10-11T08:14:10.204" v="59" actId="47"/>
        <pc:sldMkLst>
          <pc:docMk/>
          <pc:sldMk cId="3751832718" sldId="356"/>
        </pc:sldMkLst>
      </pc:sldChg>
      <pc:sldChg chg="del">
        <pc:chgData name="Sudheendra Herkal" userId="f3c620e209f08778" providerId="LiveId" clId="{3694C9B6-C086-48BB-9E5A-BA7629FDFD6E}" dt="2025-10-11T08:14:10.204" v="59" actId="47"/>
        <pc:sldMkLst>
          <pc:docMk/>
          <pc:sldMk cId="199186078" sldId="357"/>
        </pc:sldMkLst>
      </pc:sldChg>
      <pc:sldChg chg="del">
        <pc:chgData name="Sudheendra Herkal" userId="f3c620e209f08778" providerId="LiveId" clId="{3694C9B6-C086-48BB-9E5A-BA7629FDFD6E}" dt="2025-10-11T08:14:10.204" v="59" actId="47"/>
        <pc:sldMkLst>
          <pc:docMk/>
          <pc:sldMk cId="116796527" sldId="358"/>
        </pc:sldMkLst>
      </pc:sldChg>
      <pc:sldChg chg="del">
        <pc:chgData name="Sudheendra Herkal" userId="f3c620e209f08778" providerId="LiveId" clId="{3694C9B6-C086-48BB-9E5A-BA7629FDFD6E}" dt="2025-10-11T08:14:10.204" v="59" actId="47"/>
        <pc:sldMkLst>
          <pc:docMk/>
          <pc:sldMk cId="1723249886" sldId="359"/>
        </pc:sldMkLst>
      </pc:sldChg>
      <pc:sldChg chg="del">
        <pc:chgData name="Sudheendra Herkal" userId="f3c620e209f08778" providerId="LiveId" clId="{3694C9B6-C086-48BB-9E5A-BA7629FDFD6E}" dt="2025-10-11T08:14:10.204" v="59" actId="47"/>
        <pc:sldMkLst>
          <pc:docMk/>
          <pc:sldMk cId="2976915603" sldId="360"/>
        </pc:sldMkLst>
      </pc:sldChg>
      <pc:sldChg chg="del">
        <pc:chgData name="Sudheendra Herkal" userId="f3c620e209f08778" providerId="LiveId" clId="{3694C9B6-C086-48BB-9E5A-BA7629FDFD6E}" dt="2025-10-11T08:14:10.204" v="59" actId="47"/>
        <pc:sldMkLst>
          <pc:docMk/>
          <pc:sldMk cId="2339331218" sldId="361"/>
        </pc:sldMkLst>
      </pc:sldChg>
      <pc:sldChg chg="modSp mod">
        <pc:chgData name="Sudheendra Herkal" userId="f3c620e209f08778" providerId="LiveId" clId="{3694C9B6-C086-48BB-9E5A-BA7629FDFD6E}" dt="2025-10-16T13:32:14.042" v="5663" actId="27636"/>
        <pc:sldMkLst>
          <pc:docMk/>
          <pc:sldMk cId="3258131539" sldId="363"/>
        </pc:sldMkLst>
      </pc:sldChg>
      <pc:sldChg chg="del">
        <pc:chgData name="Sudheendra Herkal" userId="f3c620e209f08778" providerId="LiveId" clId="{3694C9B6-C086-48BB-9E5A-BA7629FDFD6E}" dt="2025-10-26T07:37:47.480" v="9902" actId="47"/>
        <pc:sldMkLst>
          <pc:docMk/>
          <pc:sldMk cId="585506794" sldId="364"/>
        </pc:sldMkLst>
      </pc:sldChg>
      <pc:sldChg chg="del">
        <pc:chgData name="Sudheendra Herkal" userId="f3c620e209f08778" providerId="LiveId" clId="{3694C9B6-C086-48BB-9E5A-BA7629FDFD6E}" dt="2025-10-26T07:37:47.480" v="9902" actId="47"/>
        <pc:sldMkLst>
          <pc:docMk/>
          <pc:sldMk cId="3856958342" sldId="365"/>
        </pc:sldMkLst>
      </pc:sldChg>
      <pc:sldChg chg="modSp mod">
        <pc:chgData name="Sudheendra Herkal" userId="f3c620e209f08778" providerId="LiveId" clId="{3694C9B6-C086-48BB-9E5A-BA7629FDFD6E}" dt="2025-10-16T13:32:14.455" v="5664" actId="27636"/>
        <pc:sldMkLst>
          <pc:docMk/>
          <pc:sldMk cId="365300225" sldId="366"/>
        </pc:sldMkLst>
      </pc:sldChg>
      <pc:sldChg chg="del">
        <pc:chgData name="Sudheendra Herkal" userId="f3c620e209f08778" providerId="LiveId" clId="{3694C9B6-C086-48BB-9E5A-BA7629FDFD6E}" dt="2025-10-26T07:37:47.480" v="9902" actId="47"/>
        <pc:sldMkLst>
          <pc:docMk/>
          <pc:sldMk cId="1748256421" sldId="366"/>
        </pc:sldMkLst>
      </pc:sldChg>
      <pc:sldChg chg="del">
        <pc:chgData name="Sudheendra Herkal" userId="f3c620e209f08778" providerId="LiveId" clId="{3694C9B6-C086-48BB-9E5A-BA7629FDFD6E}" dt="2025-10-26T07:37:47.480" v="9902" actId="47"/>
        <pc:sldMkLst>
          <pc:docMk/>
          <pc:sldMk cId="3096669529" sldId="367"/>
        </pc:sldMkLst>
      </pc:sldChg>
      <pc:sldChg chg="del">
        <pc:chgData name="Sudheendra Herkal" userId="f3c620e209f08778" providerId="LiveId" clId="{3694C9B6-C086-48BB-9E5A-BA7629FDFD6E}" dt="2025-10-26T07:37:47.480" v="9902" actId="47"/>
        <pc:sldMkLst>
          <pc:docMk/>
          <pc:sldMk cId="3060585067" sldId="368"/>
        </pc:sldMkLst>
      </pc:sldChg>
      <pc:sldChg chg="del">
        <pc:chgData name="Sudheendra Herkal" userId="f3c620e209f08778" providerId="LiveId" clId="{3694C9B6-C086-48BB-9E5A-BA7629FDFD6E}" dt="2025-10-26T07:37:47.480" v="9902" actId="47"/>
        <pc:sldMkLst>
          <pc:docMk/>
          <pc:sldMk cId="2882947285" sldId="369"/>
        </pc:sldMkLst>
      </pc:sldChg>
      <pc:sldChg chg="modSp mod">
        <pc:chgData name="Sudheendra Herkal" userId="f3c620e209f08778" providerId="LiveId" clId="{3694C9B6-C086-48BB-9E5A-BA7629FDFD6E}" dt="2025-10-16T13:32:14.565" v="5665" actId="27636"/>
        <pc:sldMkLst>
          <pc:docMk/>
          <pc:sldMk cId="499465743" sldId="370"/>
        </pc:sldMkLst>
      </pc:sldChg>
      <pc:sldChg chg="addSp modSp new mod">
        <pc:chgData name="Sudheendra Herkal" userId="f3c620e209f08778" providerId="LiveId" clId="{3694C9B6-C086-48BB-9E5A-BA7629FDFD6E}" dt="2025-10-11T08:18:54.888" v="585" actId="1076"/>
        <pc:sldMkLst>
          <pc:docMk/>
          <pc:sldMk cId="2643442200" sldId="371"/>
        </pc:sldMkLst>
      </pc:sldChg>
      <pc:sldChg chg="addSp modSp new mod">
        <pc:chgData name="Sudheendra Herkal" userId="f3c620e209f08778" providerId="LiveId" clId="{3694C9B6-C086-48BB-9E5A-BA7629FDFD6E}" dt="2025-10-11T08:29:39.857" v="1205" actId="1076"/>
        <pc:sldMkLst>
          <pc:docMk/>
          <pc:sldMk cId="1068059281" sldId="372"/>
        </pc:sldMkLst>
      </pc:sldChg>
      <pc:sldChg chg="addSp delSp modSp new mod">
        <pc:chgData name="Sudheendra Herkal" userId="f3c620e209f08778" providerId="LiveId" clId="{3694C9B6-C086-48BB-9E5A-BA7629FDFD6E}" dt="2025-10-11T08:50:01.017" v="2398"/>
        <pc:sldMkLst>
          <pc:docMk/>
          <pc:sldMk cId="3087254464" sldId="373"/>
        </pc:sldMkLst>
      </pc:sldChg>
      <pc:sldChg chg="modSp new mod">
        <pc:chgData name="Sudheendra Herkal" userId="f3c620e209f08778" providerId="LiveId" clId="{3694C9B6-C086-48BB-9E5A-BA7629FDFD6E}" dt="2025-10-11T08:49:55.370" v="2396" actId="20577"/>
        <pc:sldMkLst>
          <pc:docMk/>
          <pc:sldMk cId="2211969740" sldId="374"/>
        </pc:sldMkLst>
      </pc:sldChg>
      <pc:sldChg chg="addSp delSp modSp new mod">
        <pc:chgData name="Sudheendra Herkal" userId="f3c620e209f08778" providerId="LiveId" clId="{3694C9B6-C086-48BB-9E5A-BA7629FDFD6E}" dt="2025-10-26T07:48:51.760" v="10286" actId="1076"/>
        <pc:sldMkLst>
          <pc:docMk/>
          <pc:sldMk cId="3096203807" sldId="374"/>
        </pc:sldMkLst>
      </pc:sldChg>
      <pc:sldChg chg="modSp new mod">
        <pc:chgData name="Sudheendra Herkal" userId="f3c620e209f08778" providerId="LiveId" clId="{3694C9B6-C086-48BB-9E5A-BA7629FDFD6E}" dt="2025-10-11T08:53:34.100" v="2598"/>
        <pc:sldMkLst>
          <pc:docMk/>
          <pc:sldMk cId="1580762665" sldId="375"/>
        </pc:sldMkLst>
      </pc:sldChg>
      <pc:sldChg chg="addSp delSp modSp new mod">
        <pc:chgData name="Sudheendra Herkal" userId="f3c620e209f08778" providerId="LiveId" clId="{3694C9B6-C086-48BB-9E5A-BA7629FDFD6E}" dt="2025-10-26T07:57:04.856" v="10727" actId="403"/>
        <pc:sldMkLst>
          <pc:docMk/>
          <pc:sldMk cId="2389371824" sldId="375"/>
        </pc:sldMkLst>
      </pc:sldChg>
      <pc:sldChg chg="modSp new mod">
        <pc:chgData name="Sudheendra Herkal" userId="f3c620e209f08778" providerId="LiveId" clId="{3694C9B6-C086-48BB-9E5A-BA7629FDFD6E}" dt="2025-10-26T08:01:52.699" v="11072" actId="20577"/>
        <pc:sldMkLst>
          <pc:docMk/>
          <pc:sldMk cId="392290644" sldId="376"/>
        </pc:sldMkLst>
        <pc:spChg chg="mod">
          <ac:chgData name="Sudheendra Herkal" userId="f3c620e209f08778" providerId="LiveId" clId="{3694C9B6-C086-48BB-9E5A-BA7629FDFD6E}" dt="2025-10-26T07:57:19.134" v="10759" actId="20577"/>
          <ac:spMkLst>
            <pc:docMk/>
            <pc:sldMk cId="392290644" sldId="376"/>
            <ac:spMk id="2" creationId="{66E3F8D3-5C9F-B6CA-1708-C533979EC9FA}"/>
          </ac:spMkLst>
        </pc:spChg>
        <pc:spChg chg="mod">
          <ac:chgData name="Sudheendra Herkal" userId="f3c620e209f08778" providerId="LiveId" clId="{3694C9B6-C086-48BB-9E5A-BA7629FDFD6E}" dt="2025-10-26T08:01:52.699" v="11072" actId="20577"/>
          <ac:spMkLst>
            <pc:docMk/>
            <pc:sldMk cId="392290644" sldId="376"/>
            <ac:spMk id="3" creationId="{E06E232A-D1B5-150A-CC82-BE1EBAD62402}"/>
          </ac:spMkLst>
        </pc:spChg>
      </pc:sldChg>
      <pc:sldChg chg="modSp new mod">
        <pc:chgData name="Sudheendra Herkal" userId="f3c620e209f08778" providerId="LiveId" clId="{3694C9B6-C086-48BB-9E5A-BA7629FDFD6E}" dt="2025-10-11T08:57:23.016" v="2733" actId="20577"/>
        <pc:sldMkLst>
          <pc:docMk/>
          <pc:sldMk cId="3563085785" sldId="376"/>
        </pc:sldMkLst>
      </pc:sldChg>
      <pc:sldChg chg="addSp delSp modSp new mod">
        <pc:chgData name="Sudheendra Herkal" userId="f3c620e209f08778" providerId="LiveId" clId="{3694C9B6-C086-48BB-9E5A-BA7629FDFD6E}" dt="2025-10-26T08:21:50.563" v="11537" actId="20577"/>
        <pc:sldMkLst>
          <pc:docMk/>
          <pc:sldMk cId="1436303322" sldId="377"/>
        </pc:sldMkLst>
        <pc:spChg chg="mod">
          <ac:chgData name="Sudheendra Herkal" userId="f3c620e209f08778" providerId="LiveId" clId="{3694C9B6-C086-48BB-9E5A-BA7629FDFD6E}" dt="2025-10-26T08:02:02.101" v="11073"/>
          <ac:spMkLst>
            <pc:docMk/>
            <pc:sldMk cId="1436303322" sldId="377"/>
            <ac:spMk id="2" creationId="{66B931C2-2A8F-DB14-3EF4-D7E43DEE14C7}"/>
          </ac:spMkLst>
        </pc:spChg>
        <pc:spChg chg="mod">
          <ac:chgData name="Sudheendra Herkal" userId="f3c620e209f08778" providerId="LiveId" clId="{3694C9B6-C086-48BB-9E5A-BA7629FDFD6E}" dt="2025-10-26T08:21:50.563" v="11537" actId="20577"/>
          <ac:spMkLst>
            <pc:docMk/>
            <pc:sldMk cId="1436303322" sldId="377"/>
            <ac:spMk id="3" creationId="{7E3FCEAC-8E39-6454-2294-BBEC9766DBF9}"/>
          </ac:spMkLst>
        </pc:spChg>
      </pc:sldChg>
      <pc:sldChg chg="addSp delSp modSp new mod">
        <pc:chgData name="Sudheendra Herkal" userId="f3c620e209f08778" providerId="LiveId" clId="{3694C9B6-C086-48BB-9E5A-BA7629FDFD6E}" dt="2025-10-16T14:48:40.946" v="8123" actId="1036"/>
        <pc:sldMkLst>
          <pc:docMk/>
          <pc:sldMk cId="2750961097" sldId="377"/>
        </pc:sldMkLst>
      </pc:sldChg>
      <pc:sldChg chg="modSp new mod">
        <pc:chgData name="Sudheendra Herkal" userId="f3c620e209f08778" providerId="LiveId" clId="{3694C9B6-C086-48BB-9E5A-BA7629FDFD6E}" dt="2025-10-26T08:12:14.652" v="11437" actId="20577"/>
        <pc:sldMkLst>
          <pc:docMk/>
          <pc:sldMk cId="3255637261" sldId="378"/>
        </pc:sldMkLst>
        <pc:spChg chg="mod">
          <ac:chgData name="Sudheendra Herkal" userId="f3c620e209f08778" providerId="LiveId" clId="{3694C9B6-C086-48BB-9E5A-BA7629FDFD6E}" dt="2025-10-26T08:05:50.257" v="11084"/>
          <ac:spMkLst>
            <pc:docMk/>
            <pc:sldMk cId="3255637261" sldId="378"/>
            <ac:spMk id="2" creationId="{2D4136E3-37B1-318D-CBEC-96C3070AC3A7}"/>
          </ac:spMkLst>
        </pc:spChg>
        <pc:spChg chg="mod">
          <ac:chgData name="Sudheendra Herkal" userId="f3c620e209f08778" providerId="LiveId" clId="{3694C9B6-C086-48BB-9E5A-BA7629FDFD6E}" dt="2025-10-26T08:12:14.652" v="11437" actId="20577"/>
          <ac:spMkLst>
            <pc:docMk/>
            <pc:sldMk cId="3255637261" sldId="378"/>
            <ac:spMk id="3" creationId="{BF018769-2BB3-565D-6590-85E6A5790624}"/>
          </ac:spMkLst>
        </pc:spChg>
      </pc:sldChg>
      <pc:sldChg chg="addSp delSp modSp new mod">
        <pc:chgData name="Sudheendra Herkal" userId="f3c620e209f08778" providerId="LiveId" clId="{3694C9B6-C086-48BB-9E5A-BA7629FDFD6E}" dt="2025-10-11T09:35:22.683" v="4106" actId="114"/>
        <pc:sldMkLst>
          <pc:docMk/>
          <pc:sldMk cId="3653336609" sldId="378"/>
        </pc:sldMkLst>
      </pc:sldChg>
      <pc:sldChg chg="new">
        <pc:chgData name="Sudheendra Herkal" userId="f3c620e209f08778" providerId="LiveId" clId="{3694C9B6-C086-48BB-9E5A-BA7629FDFD6E}" dt="2025-10-11T09:35:26.256" v="4107" actId="680"/>
        <pc:sldMkLst>
          <pc:docMk/>
          <pc:sldMk cId="2314582350" sldId="379"/>
        </pc:sldMkLst>
      </pc:sldChg>
      <pc:sldChg chg="add del">
        <pc:chgData name="Sudheendra Herkal" userId="f3c620e209f08778" providerId="LiveId" clId="{3694C9B6-C086-48BB-9E5A-BA7629FDFD6E}" dt="2025-10-11T09:21:54.603" v="3665" actId="2696"/>
        <pc:sldMkLst>
          <pc:docMk/>
          <pc:sldMk cId="3507485823" sldId="379"/>
        </pc:sldMkLst>
      </pc:sldChg>
      <pc:sldChg chg="addSp delSp modSp new mod">
        <pc:chgData name="Sudheendra Herkal" userId="f3c620e209f08778" providerId="LiveId" clId="{3694C9B6-C086-48BB-9E5A-BA7629FDFD6E}" dt="2025-10-26T08:19:27.266" v="11507" actId="1076"/>
        <pc:sldMkLst>
          <pc:docMk/>
          <pc:sldMk cId="3542484699" sldId="379"/>
        </pc:sldMkLst>
        <pc:spChg chg="mod">
          <ac:chgData name="Sudheendra Herkal" userId="f3c620e209f08778" providerId="LiveId" clId="{3694C9B6-C086-48BB-9E5A-BA7629FDFD6E}" dt="2025-10-26T08:13:31.432" v="11446" actId="20577"/>
          <ac:spMkLst>
            <pc:docMk/>
            <pc:sldMk cId="3542484699" sldId="379"/>
            <ac:spMk id="2" creationId="{6204B67A-D9A9-CEE4-0B8E-2CC19ADDF169}"/>
          </ac:spMkLst>
        </pc:spChg>
        <pc:picChg chg="add del mod">
          <ac:chgData name="Sudheendra Herkal" userId="f3c620e209f08778" providerId="LiveId" clId="{3694C9B6-C086-48BB-9E5A-BA7629FDFD6E}" dt="2025-10-26T08:19:27.266" v="11507" actId="1076"/>
          <ac:picMkLst>
            <pc:docMk/>
            <pc:sldMk cId="3542484699" sldId="379"/>
            <ac:picMk id="9" creationId="{9C1AC129-2F56-F044-0C9C-BB32D5431461}"/>
          </ac:picMkLst>
        </pc:picChg>
        <pc:picChg chg="add mod">
          <ac:chgData name="Sudheendra Herkal" userId="f3c620e209f08778" providerId="LiveId" clId="{3694C9B6-C086-48BB-9E5A-BA7629FDFD6E}" dt="2025-10-26T08:18:59.223" v="11490" actId="1076"/>
          <ac:picMkLst>
            <pc:docMk/>
            <pc:sldMk cId="3542484699" sldId="379"/>
            <ac:picMk id="11" creationId="{A68C1E1F-FA21-0FC7-1D4B-DFBE1096575C}"/>
          </ac:picMkLst>
        </pc:picChg>
      </pc:sldChg>
      <pc:sldChg chg="addSp delSp modSp new mod">
        <pc:chgData name="Sudheendra Herkal" userId="f3c620e209f08778" providerId="LiveId" clId="{3694C9B6-C086-48BB-9E5A-BA7629FDFD6E}" dt="2025-10-26T08:19:19.531" v="11502" actId="478"/>
        <pc:sldMkLst>
          <pc:docMk/>
          <pc:sldMk cId="522327772" sldId="380"/>
        </pc:sldMkLst>
        <pc:spChg chg="mod">
          <ac:chgData name="Sudheendra Herkal" userId="f3c620e209f08778" providerId="LiveId" clId="{3694C9B6-C086-48BB-9E5A-BA7629FDFD6E}" dt="2025-10-26T08:18:53.849" v="11487" actId="20577"/>
          <ac:spMkLst>
            <pc:docMk/>
            <pc:sldMk cId="522327772" sldId="380"/>
            <ac:spMk id="2" creationId="{95FEE2F8-C9F8-552B-6D0C-4DE0839E5753}"/>
          </ac:spMkLst>
        </pc:spChg>
        <pc:picChg chg="add mod">
          <ac:chgData name="Sudheendra Herkal" userId="f3c620e209f08778" providerId="LiveId" clId="{3694C9B6-C086-48BB-9E5A-BA7629FDFD6E}" dt="2025-10-26T08:19:14.956" v="11498" actId="1076"/>
          <ac:picMkLst>
            <pc:docMk/>
            <pc:sldMk cId="522327772" sldId="380"/>
            <ac:picMk id="5" creationId="{6B959D4F-43B1-2152-2165-5F692E32F3DE}"/>
          </ac:picMkLst>
        </pc:picChg>
        <pc:picChg chg="add mod">
          <ac:chgData name="Sudheendra Herkal" userId="f3c620e209f08778" providerId="LiveId" clId="{3694C9B6-C086-48BB-9E5A-BA7629FDFD6E}" dt="2025-10-26T08:19:17.777" v="11501" actId="1076"/>
          <ac:picMkLst>
            <pc:docMk/>
            <pc:sldMk cId="522327772" sldId="380"/>
            <ac:picMk id="13" creationId="{A7751CA7-2BAF-7F5C-1473-3373139FFF63}"/>
          </ac:picMkLst>
        </pc:picChg>
      </pc:sldChg>
      <pc:sldChg chg="modSp mod">
        <pc:chgData name="Sudheendra Herkal" userId="f3c620e209f08778" providerId="LiveId" clId="{3694C9B6-C086-48BB-9E5A-BA7629FDFD6E}" dt="2025-10-16T16:23:09.137" v="9820" actId="20577"/>
        <pc:sldMkLst>
          <pc:docMk/>
          <pc:sldMk cId="4167932514" sldId="380"/>
        </pc:sldMkLst>
      </pc:sldChg>
      <pc:sldChg chg="modSp new mod">
        <pc:chgData name="Sudheendra Herkal" userId="f3c620e209f08778" providerId="LiveId" clId="{3694C9B6-C086-48BB-9E5A-BA7629FDFD6E}" dt="2025-10-26T09:51:16.182" v="12299" actId="20577"/>
        <pc:sldMkLst>
          <pc:docMk/>
          <pc:sldMk cId="443662475" sldId="381"/>
        </pc:sldMkLst>
        <pc:spChg chg="mod">
          <ac:chgData name="Sudheendra Herkal" userId="f3c620e209f08778" providerId="LiveId" clId="{3694C9B6-C086-48BB-9E5A-BA7629FDFD6E}" dt="2025-10-26T08:20:00.761" v="11533" actId="20577"/>
          <ac:spMkLst>
            <pc:docMk/>
            <pc:sldMk cId="443662475" sldId="381"/>
            <ac:spMk id="2" creationId="{4FC97363-E1A8-5E78-93F2-62A8BA8017D6}"/>
          </ac:spMkLst>
        </pc:spChg>
        <pc:spChg chg="mod">
          <ac:chgData name="Sudheendra Herkal" userId="f3c620e209f08778" providerId="LiveId" clId="{3694C9B6-C086-48BB-9E5A-BA7629FDFD6E}" dt="2025-10-26T09:51:16.182" v="12299" actId="20577"/>
          <ac:spMkLst>
            <pc:docMk/>
            <pc:sldMk cId="443662475" sldId="381"/>
            <ac:spMk id="3" creationId="{502CBC33-1DC7-E63D-E302-4D65A03EE476}"/>
          </ac:spMkLst>
        </pc:spChg>
      </pc:sldChg>
      <pc:sldChg chg="modSp new mod">
        <pc:chgData name="Sudheendra Herkal" userId="f3c620e209f08778" providerId="LiveId" clId="{3694C9B6-C086-48BB-9E5A-BA7629FDFD6E}" dt="2025-10-16T13:57:18.162" v="6120" actId="20577"/>
        <pc:sldMkLst>
          <pc:docMk/>
          <pc:sldMk cId="1491311098" sldId="381"/>
        </pc:sldMkLst>
      </pc:sldChg>
      <pc:sldChg chg="addSp modSp new mod">
        <pc:chgData name="Sudheendra Herkal" userId="f3c620e209f08778" providerId="LiveId" clId="{3694C9B6-C086-48BB-9E5A-BA7629FDFD6E}" dt="2025-10-16T16:25:48.191" v="9851" actId="20577"/>
        <pc:sldMkLst>
          <pc:docMk/>
          <pc:sldMk cId="3692099363" sldId="382"/>
        </pc:sldMkLst>
      </pc:sldChg>
      <pc:sldChg chg="modSp new mod">
        <pc:chgData name="Sudheendra Herkal" userId="f3c620e209f08778" providerId="LiveId" clId="{3694C9B6-C086-48BB-9E5A-BA7629FDFD6E}" dt="2025-10-16T14:01:39.768" v="6374" actId="20577"/>
        <pc:sldMkLst>
          <pc:docMk/>
          <pc:sldMk cId="255134575" sldId="383"/>
        </pc:sldMkLst>
      </pc:sldChg>
      <pc:sldChg chg="modSp new mod">
        <pc:chgData name="Sudheendra Herkal" userId="f3c620e209f08778" providerId="LiveId" clId="{3694C9B6-C086-48BB-9E5A-BA7629FDFD6E}" dt="2025-10-16T13:58:28.535" v="6241" actId="20577"/>
        <pc:sldMkLst>
          <pc:docMk/>
          <pc:sldMk cId="2527319257" sldId="384"/>
        </pc:sldMkLst>
      </pc:sldChg>
      <pc:sldChg chg="addSp modSp mod">
        <pc:chgData name="Sudheendra Herkal" userId="f3c620e209f08778" providerId="LiveId" clId="{3694C9B6-C086-48BB-9E5A-BA7629FDFD6E}" dt="2025-10-29T05:30:31.319" v="12356" actId="1035"/>
        <pc:sldMkLst>
          <pc:docMk/>
          <pc:sldMk cId="857765345" sldId="385"/>
        </pc:sldMkLst>
        <pc:spChg chg="add mod">
          <ac:chgData name="Sudheendra Herkal" userId="f3c620e209f08778" providerId="LiveId" clId="{3694C9B6-C086-48BB-9E5A-BA7629FDFD6E}" dt="2025-10-29T05:30:26.791" v="12350" actId="20577"/>
          <ac:spMkLst>
            <pc:docMk/>
            <pc:sldMk cId="857765345" sldId="385"/>
            <ac:spMk id="3" creationId="{8C660BA2-1D79-ED15-4F73-A6B14E2B5E55}"/>
          </ac:spMkLst>
        </pc:spChg>
        <pc:picChg chg="mod">
          <ac:chgData name="Sudheendra Herkal" userId="f3c620e209f08778" providerId="LiveId" clId="{3694C9B6-C086-48BB-9E5A-BA7629FDFD6E}" dt="2025-10-29T05:30:31.319" v="12356" actId="1035"/>
          <ac:picMkLst>
            <pc:docMk/>
            <pc:sldMk cId="857765345" sldId="385"/>
            <ac:picMk id="1026" creationId="{F8457B2D-1034-0A78-BAE2-D8761273B2C0}"/>
          </ac:picMkLst>
        </pc:picChg>
      </pc:sldChg>
      <pc:sldChg chg="modSp new mod">
        <pc:chgData name="Sudheendra Herkal" userId="f3c620e209f08778" providerId="LiveId" clId="{3694C9B6-C086-48BB-9E5A-BA7629FDFD6E}" dt="2025-10-17T02:21:10.691" v="9901" actId="1035"/>
        <pc:sldMkLst>
          <pc:docMk/>
          <pc:sldMk cId="1655332884" sldId="385"/>
        </pc:sldMkLst>
      </pc:sldChg>
      <pc:sldChg chg="modSp new mod">
        <pc:chgData name="Sudheendra Herkal" userId="f3c620e209f08778" providerId="LiveId" clId="{3694C9B6-C086-48BB-9E5A-BA7629FDFD6E}" dt="2025-10-16T14:14:23.348" v="7074" actId="20577"/>
        <pc:sldMkLst>
          <pc:docMk/>
          <pc:sldMk cId="2059798950" sldId="386"/>
        </pc:sldMkLst>
      </pc:sldChg>
      <pc:sldChg chg="modSp new mod">
        <pc:chgData name="Sudheendra Herkal" userId="f3c620e209f08778" providerId="LiveId" clId="{3694C9B6-C086-48BB-9E5A-BA7629FDFD6E}" dt="2025-10-16T14:21:55.141" v="7668" actId="255"/>
        <pc:sldMkLst>
          <pc:docMk/>
          <pc:sldMk cId="1593386309" sldId="387"/>
        </pc:sldMkLst>
      </pc:sldChg>
      <pc:sldChg chg="modSp new mod">
        <pc:chgData name="Sudheendra Herkal" userId="f3c620e209f08778" providerId="LiveId" clId="{3694C9B6-C086-48BB-9E5A-BA7629FDFD6E}" dt="2025-10-16T15:08:35.645" v="9799" actId="20577"/>
        <pc:sldMkLst>
          <pc:docMk/>
          <pc:sldMk cId="2492928537" sldId="388"/>
        </pc:sldMkLst>
      </pc:sldChg>
      <pc:sldChg chg="addSp delSp modSp new mod">
        <pc:chgData name="Sudheendra Herkal" userId="f3c620e209f08778" providerId="LiveId" clId="{3694C9B6-C086-48BB-9E5A-BA7629FDFD6E}" dt="2025-10-16T16:33:34.217" v="9888" actId="1076"/>
        <pc:sldMkLst>
          <pc:docMk/>
          <pc:sldMk cId="1043483234" sldId="389"/>
        </pc:sldMkLst>
      </pc:sldChg>
      <pc:sldMasterChg chg="modSldLayout">
        <pc:chgData name="Sudheendra Herkal" userId="f3c620e209f08778" providerId="LiveId" clId="{3694C9B6-C086-48BB-9E5A-BA7629FDFD6E}" dt="2025-10-16T13:32:13.897" v="5662" actId="403"/>
        <pc:sldMasterMkLst>
          <pc:docMk/>
          <pc:sldMasterMk cId="2184595991" sldId="2147483699"/>
        </pc:sldMasterMkLst>
        <pc:sldLayoutChg chg="modSp">
          <pc:chgData name="Sudheendra Herkal" userId="f3c620e209f08778" providerId="LiveId" clId="{3694C9B6-C086-48BB-9E5A-BA7629FDFD6E}" dt="2025-10-16T13:32:13.897" v="5662" actId="403"/>
          <pc:sldLayoutMkLst>
            <pc:docMk/>
            <pc:sldMasterMk cId="2184595991" sldId="2147483699"/>
            <pc:sldLayoutMk cId="3032693185" sldId="2147483695"/>
          </pc:sldLayoutMkLst>
          <pc:spChg chg="mod">
            <ac:chgData name="Sudheendra Herkal" userId="f3c620e209f08778" providerId="LiveId" clId="{3694C9B6-C086-48BB-9E5A-BA7629FDFD6E}" dt="2025-10-16T13:32:13.897" v="5662" actId="403"/>
            <ac:spMkLst>
              <pc:docMk/>
              <pc:sldMasterMk cId="2184595991" sldId="2147483699"/>
              <pc:sldLayoutMk cId="3032693185" sldId="2147483695"/>
              <ac:spMk id="3" creationId="{E0CDA8C3-9C0C-4E52-9A62-E4DB159E6B0E}"/>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90006-4F15-49C5-9342-FAA5B5B69260}" type="datetimeFigureOut">
              <a:rPr lang="en-IN" smtClean="0"/>
              <a:t>29-10-2025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4479FC-F582-4B96-A98D-4C9FD49951FC}" type="slidenum">
              <a:rPr lang="en-IN" smtClean="0"/>
              <a:t>‹#›</a:t>
            </a:fld>
            <a:endParaRPr lang="en-IN" dirty="0"/>
          </a:p>
        </p:txBody>
      </p:sp>
    </p:spTree>
    <p:extLst>
      <p:ext uri="{BB962C8B-B14F-4D97-AF65-F5344CB8AC3E}">
        <p14:creationId xmlns:p14="http://schemas.microsoft.com/office/powerpoint/2010/main" val="397955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29-Oct-25</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264633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a:xfrm>
            <a:off x="810882" y="0"/>
            <a:ext cx="10581017" cy="74187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a:xfrm>
            <a:off x="810882" y="871269"/>
            <a:ext cx="10581017" cy="517584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29-Oct-25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dirty="0"/>
          </a:p>
        </p:txBody>
      </p:sp>
      <p:pic>
        <p:nvPicPr>
          <p:cNvPr id="7" name="Picture 2" descr="245-2451831_iit-madras-logo – Department of Ocean Engineering">
            <a:extLst>
              <a:ext uri="{FF2B5EF4-FFF2-40B4-BE49-F238E27FC236}">
                <a16:creationId xmlns:a16="http://schemas.microsoft.com/office/drawing/2014/main" id="{E32644BA-629A-CD46-8E1C-CEC2D0880B3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727389" y="6356350"/>
            <a:ext cx="452887" cy="474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693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29-Oct-25</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10074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50367" y="0"/>
            <a:ext cx="10691265" cy="7524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367911" y="1145666"/>
            <a:ext cx="5212080" cy="48162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229552" y="1138807"/>
            <a:ext cx="5212080" cy="4823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29-Oct-25</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dirty="0"/>
          </a:p>
        </p:txBody>
      </p:sp>
      <p:cxnSp>
        <p:nvCxnSpPr>
          <p:cNvPr id="12" name="Straight Connector 11">
            <a:extLst>
              <a:ext uri="{FF2B5EF4-FFF2-40B4-BE49-F238E27FC236}">
                <a16:creationId xmlns:a16="http://schemas.microsoft.com/office/drawing/2014/main" id="{061793DA-7BEB-53E6-7883-ED7DB38473EB}"/>
              </a:ext>
            </a:extLst>
          </p:cNvPr>
          <p:cNvCxnSpPr/>
          <p:nvPr userDrawn="1"/>
        </p:nvCxnSpPr>
        <p:spPr>
          <a:xfrm>
            <a:off x="5857875" y="885825"/>
            <a:ext cx="0" cy="518160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91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29-Oct-25</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370346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a:xfrm>
            <a:off x="750367" y="0"/>
            <a:ext cx="10691265" cy="715992"/>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29-Oct-25</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739788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29-Oct-25</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026948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29-Oct-25</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567867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29-Oct-25</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746879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29-Oct-25</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002544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29-Oct-25</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4036350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29-Oct-25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5959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descr="A close up of a blue and white swirl&#10;&#10;Description automatically generated">
            <a:extLst>
              <a:ext uri="{FF2B5EF4-FFF2-40B4-BE49-F238E27FC236}">
                <a16:creationId xmlns:a16="http://schemas.microsoft.com/office/drawing/2014/main" id="{6939927E-2F68-C3D7-105F-82888B4BF979}"/>
              </a:ext>
            </a:extLst>
          </p:cNvPr>
          <p:cNvPicPr>
            <a:picLocks noChangeAspect="1"/>
          </p:cNvPicPr>
          <p:nvPr/>
        </p:nvPicPr>
        <p:blipFill>
          <a:blip r:embed="rId2"/>
          <a:srcRect t="1473" b="477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0"/>
            <a:ext cx="12191999" cy="13716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7AEBE441-9013-3A7F-EB64-42A80AA1D73E}"/>
              </a:ext>
            </a:extLst>
          </p:cNvPr>
          <p:cNvSpPr>
            <a:spLocks noGrp="1"/>
          </p:cNvSpPr>
          <p:nvPr>
            <p:ph type="ctrTitle"/>
          </p:nvPr>
        </p:nvSpPr>
        <p:spPr>
          <a:xfrm>
            <a:off x="320040" y="5715000"/>
            <a:ext cx="10714984" cy="960120"/>
          </a:xfrm>
          <a:ln>
            <a:noFill/>
          </a:ln>
        </p:spPr>
        <p:txBody>
          <a:bodyPr anchor="ctr">
            <a:noAutofit/>
          </a:bodyPr>
          <a:lstStyle/>
          <a:p>
            <a:r>
              <a:rPr lang="en-US" sz="2800" dirty="0"/>
              <a:t>CV5100: Modelling, Uncertainty and Data for Engineers</a:t>
            </a:r>
            <a:br>
              <a:rPr lang="en-US" sz="2800" dirty="0"/>
            </a:br>
            <a:r>
              <a:rPr lang="en-US" sz="2800" dirty="0"/>
              <a:t>MODULE 2: TIME SERIES ANALYSIS, lecture 3: Modeling and estimation</a:t>
            </a:r>
            <a:endParaRPr lang="en-IN" sz="2800" dirty="0"/>
          </a:p>
        </p:txBody>
      </p:sp>
      <p:pic>
        <p:nvPicPr>
          <p:cNvPr id="5" name="Picture 2" descr="245-2451831_iit-madras-logo – Department of Ocean Engineering">
            <a:extLst>
              <a:ext uri="{FF2B5EF4-FFF2-40B4-BE49-F238E27FC236}">
                <a16:creationId xmlns:a16="http://schemas.microsoft.com/office/drawing/2014/main" id="{EDE4E1B6-2073-51C9-2C04-E2CCA4B2E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5025" y="5715000"/>
            <a:ext cx="836935" cy="877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93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3F8D3-5C9F-B6CA-1708-C533979EC9FA}"/>
              </a:ext>
            </a:extLst>
          </p:cNvPr>
          <p:cNvSpPr>
            <a:spLocks noGrp="1"/>
          </p:cNvSpPr>
          <p:nvPr>
            <p:ph type="title"/>
          </p:nvPr>
        </p:nvSpPr>
        <p:spPr/>
        <p:txBody>
          <a:bodyPr/>
          <a:lstStyle/>
          <a:p>
            <a:r>
              <a:rPr lang="en-US" dirty="0"/>
              <a:t>Blue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6E232A-D1B5-150A-CC82-BE1EBAD62402}"/>
                  </a:ext>
                </a:extLst>
              </p:cNvPr>
              <p:cNvSpPr>
                <a:spLocks noGrp="1"/>
              </p:cNvSpPr>
              <p:nvPr>
                <p:ph idx="1"/>
              </p:nvPr>
            </p:nvSpPr>
            <p:spPr/>
            <p:txBody>
              <a:bodyPr>
                <a:normAutofit/>
              </a:bodyPr>
              <a:lstStyle/>
              <a:p>
                <a:r>
                  <a:rPr lang="en-US" dirty="0"/>
                  <a:t>Back to time series if we don’t have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𝐼</m:t>
                    </m:r>
                  </m:oMath>
                </a14:m>
                <a:r>
                  <a:rPr lang="en-US" dirty="0"/>
                  <a:t>, we need a new approach. We had the following expression for Y as general t:</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𝑌</m:t>
                          </m:r>
                        </m:e>
                        <m:sub>
                          <m:r>
                            <a:rPr lang="en-US" i="1" smtClean="0">
                              <a:latin typeface="Cambria Math" panose="02040503050406030204" pitchFamily="18" charset="0"/>
                            </a:rPr>
                            <m:t>𝑡</m:t>
                          </m:r>
                        </m:sub>
                      </m:sSub>
                      <m:r>
                        <a:rPr lang="en-US" i="0"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0" smtClean="0">
                              <a:latin typeface="Cambria Math" panose="02040503050406030204" pitchFamily="18" charset="0"/>
                            </a:rPr>
                            <m:t>0</m:t>
                          </m:r>
                        </m:sub>
                      </m:sSub>
                      <m:r>
                        <a:rPr lang="en-US" i="0" smtClean="0">
                          <a:latin typeface="Cambria Math" panose="02040503050406030204" pitchFamily="18" charset="0"/>
                        </a:rPr>
                        <m:t>+</m:t>
                      </m:r>
                      <m:r>
                        <a:rPr lang="en-US" i="1" smtClean="0">
                          <a:latin typeface="Cambria Math" panose="02040503050406030204" pitchFamily="18" charset="0"/>
                        </a:rPr>
                        <m:t>𝑟𝑡</m:t>
                      </m:r>
                      <m:r>
                        <a:rPr lang="en-US" i="0" smtClean="0">
                          <a:latin typeface="Cambria Math" panose="02040503050406030204" pitchFamily="18" charset="0"/>
                        </a:rPr>
                        <m:t>+</m:t>
                      </m:r>
                      <m:r>
                        <a:rPr lang="en-US" i="1" smtClean="0">
                          <a:latin typeface="Cambria Math" panose="02040503050406030204" pitchFamily="18" charset="0"/>
                        </a:rPr>
                        <m:t>𝑎</m:t>
                      </m:r>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cos</m:t>
                          </m:r>
                        </m:fName>
                        <m:e>
                          <m:sSub>
                            <m:sSubPr>
                              <m:ctrlPr>
                                <a:rPr lang="en-US" i="1" smtClean="0">
                                  <a:latin typeface="Cambria Math" panose="02040503050406030204" pitchFamily="18" charset="0"/>
                                </a:rPr>
                              </m:ctrlPr>
                            </m:sSubPr>
                            <m:e>
                              <m:r>
                                <a:rPr lang="en-US" i="1" smtClean="0">
                                  <a:latin typeface="Cambria Math" panose="02040503050406030204" pitchFamily="18" charset="0"/>
                                </a:rPr>
                                <m:t>𝜔</m:t>
                              </m:r>
                            </m:e>
                            <m:sub>
                              <m:r>
                                <a:rPr lang="en-US" i="0" smtClean="0">
                                  <a:latin typeface="Cambria Math" panose="02040503050406030204" pitchFamily="18" charset="0"/>
                                </a:rPr>
                                <m:t>0</m:t>
                              </m:r>
                            </m:sub>
                          </m:sSub>
                          <m:r>
                            <a:rPr lang="en-US" i="1" smtClean="0">
                              <a:latin typeface="Cambria Math" panose="02040503050406030204" pitchFamily="18" charset="0"/>
                            </a:rPr>
                            <m:t>𝑡</m:t>
                          </m:r>
                        </m:e>
                      </m:func>
                      <m:r>
                        <a:rPr lang="en-US" i="0" smtClean="0">
                          <a:latin typeface="Cambria Math" panose="02040503050406030204" pitchFamily="18" charset="0"/>
                        </a:rPr>
                        <m:t>+</m:t>
                      </m:r>
                      <m:r>
                        <a:rPr lang="en-US" i="1" smtClean="0">
                          <a:latin typeface="Cambria Math" panose="02040503050406030204" pitchFamily="18" charset="0"/>
                        </a:rPr>
                        <m:t>𝑏</m:t>
                      </m:r>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sin</m:t>
                          </m:r>
                        </m:fName>
                        <m:e>
                          <m:sSub>
                            <m:sSubPr>
                              <m:ctrlPr>
                                <a:rPr lang="en-US" i="1" smtClean="0">
                                  <a:latin typeface="Cambria Math" panose="02040503050406030204" pitchFamily="18" charset="0"/>
                                </a:rPr>
                              </m:ctrlPr>
                            </m:sSubPr>
                            <m:e>
                              <m:r>
                                <a:rPr lang="en-US" i="1" smtClean="0">
                                  <a:latin typeface="Cambria Math" panose="02040503050406030204" pitchFamily="18" charset="0"/>
                                </a:rPr>
                                <m:t>𝜔</m:t>
                              </m:r>
                            </m:e>
                            <m:sub>
                              <m:r>
                                <a:rPr lang="en-US" i="0" smtClean="0">
                                  <a:latin typeface="Cambria Math" panose="02040503050406030204" pitchFamily="18" charset="0"/>
                                </a:rPr>
                                <m:t>0</m:t>
                              </m:r>
                            </m:sub>
                          </m:sSub>
                          <m:r>
                            <a:rPr lang="en-US" i="1" smtClean="0">
                              <a:latin typeface="Cambria Math" panose="02040503050406030204" pitchFamily="18" charset="0"/>
                            </a:rPr>
                            <m:t>𝑡</m:t>
                          </m:r>
                        </m:e>
                      </m:func>
                      <m:r>
                        <a:rPr lang="en-US" i="0" smtClean="0">
                          <a:latin typeface="Cambria Math" panose="02040503050406030204" pitchFamily="18" charset="0"/>
                        </a:rPr>
                        <m:t>+</m:t>
                      </m:r>
                      <m:r>
                        <a:rPr lang="en-US" i="1" smtClean="0">
                          <a:latin typeface="Cambria Math" panose="02040503050406030204" pitchFamily="18" charset="0"/>
                        </a:rPr>
                        <m:t>𝑜</m:t>
                      </m:r>
                      <m:sSub>
                        <m:sSubPr>
                          <m:ctrlPr>
                            <a:rPr lang="en-US" i="1" smtClean="0">
                              <a:latin typeface="Cambria Math" panose="02040503050406030204" pitchFamily="18" charset="0"/>
                            </a:rPr>
                          </m:ctrlPr>
                        </m:sSubPr>
                        <m:e>
                          <m:r>
                            <a:rPr lang="en-US" i="1" smtClean="0">
                              <a:latin typeface="Cambria Math" panose="02040503050406030204" pitchFamily="18" charset="0"/>
                            </a:rPr>
                            <m:t>𝑢</m:t>
                          </m:r>
                        </m:e>
                        <m:sub>
                          <m:r>
                            <a:rPr lang="en-US" i="1" smtClean="0">
                              <a:latin typeface="Cambria Math" panose="02040503050406030204" pitchFamily="18" charset="0"/>
                            </a:rPr>
                            <m:t>𝑘</m:t>
                          </m:r>
                        </m:sub>
                      </m:sSub>
                      <m:d>
                        <m:dPr>
                          <m:ctrlPr>
                            <a:rPr lang="en-US" i="1" smtClean="0">
                              <a:latin typeface="Cambria Math" panose="02040503050406030204" pitchFamily="18" charset="0"/>
                            </a:rPr>
                          </m:ctrlPr>
                        </m:dPr>
                        <m:e>
                          <m:r>
                            <a:rPr lang="en-US" i="1" smtClean="0">
                              <a:latin typeface="Cambria Math" panose="02040503050406030204" pitchFamily="18" charset="0"/>
                            </a:rPr>
                            <m:t>𝑡</m:t>
                          </m:r>
                        </m:e>
                      </m:d>
                      <m:r>
                        <a:rPr lang="en-US" i="0"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𝜖</m:t>
                          </m:r>
                        </m:e>
                        <m:sub>
                          <m:r>
                            <a:rPr lang="en-US" i="1" smtClean="0">
                              <a:latin typeface="Cambria Math" panose="02040503050406030204" pitchFamily="18" charset="0"/>
                            </a:rPr>
                            <m:t>𝑡</m:t>
                          </m:r>
                        </m:sub>
                      </m:sSub>
                    </m:oMath>
                  </m:oMathPara>
                </a14:m>
                <a:endParaRPr lang="en-US" dirty="0"/>
              </a:p>
              <a:p>
                <a:r>
                  <a:rPr lang="en-US" dirty="0"/>
                  <a:t>Substituting various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𝑘</m:t>
                        </m:r>
                      </m:sub>
                    </m:sSub>
                  </m:oMath>
                </a14:m>
                <a:r>
                  <a:rPr lang="en-US" dirty="0"/>
                  <a:t>s</a:t>
                </a:r>
              </a:p>
              <a:p>
                <a:pPr marL="0" indent="0">
                  <a:buNone/>
                </a:pPr>
                <a14:m>
                  <m:oMathPara xmlns:m="http://schemas.openxmlformats.org/officeDocument/2006/math">
                    <m:oMathParaPr>
                      <m:jc m:val="centerGroup"/>
                    </m:oMathParaPr>
                    <m:oMath xmlns:m="http://schemas.openxmlformats.org/officeDocument/2006/math">
                      <m:eqArr>
                        <m:eqArrPr>
                          <m:ctrlPr>
                            <a:rPr lang="en-US" i="1">
                              <a:latin typeface="Cambria Math" panose="02040503050406030204" pitchFamily="18" charset="0"/>
                            </a:rPr>
                          </m:ctrlPr>
                        </m:eqArrPr>
                        <m:e>
                          <m:m>
                            <m:mPr>
                              <m:plcHide m:val="on"/>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e>
                            </m:mr>
                            <m:mr>
                              <m:e/>
                              <m:e>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e>
                            </m:mr>
                            <m:mr>
                              <m:e/>
                              <m:e>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e>
                            </m:mr>
                          </m:m>
                        </m:e>
                      </m:eqAr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E06E232A-D1B5-150A-CC82-BE1EBAD62402}"/>
                  </a:ext>
                </a:extLst>
              </p:cNvPr>
              <p:cNvSpPr>
                <a:spLocks noGrp="1" noRot="1" noChangeAspect="1" noMove="1" noResize="1" noEditPoints="1" noAdjustHandles="1" noChangeArrowheads="1" noChangeShapeType="1" noTextEdit="1"/>
              </p:cNvSpPr>
              <p:nvPr>
                <p:ph idx="1"/>
              </p:nvPr>
            </p:nvSpPr>
            <p:spPr>
              <a:blipFill>
                <a:blip r:embed="rId2"/>
                <a:stretch>
                  <a:fillRect l="-749" t="-236"/>
                </a:stretch>
              </a:blipFill>
            </p:spPr>
            <p:txBody>
              <a:bodyPr/>
              <a:lstStyle/>
              <a:p>
                <a:r>
                  <a:rPr lang="en-IN">
                    <a:noFill/>
                  </a:rPr>
                  <a:t> </a:t>
                </a:r>
              </a:p>
            </p:txBody>
          </p:sp>
        </mc:Fallback>
      </mc:AlternateContent>
    </p:spTree>
    <p:extLst>
      <p:ext uri="{BB962C8B-B14F-4D97-AF65-F5344CB8AC3E}">
        <p14:creationId xmlns:p14="http://schemas.microsoft.com/office/powerpoint/2010/main" val="392290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931C2-2A8F-DB14-3EF4-D7E43DEE14C7}"/>
              </a:ext>
            </a:extLst>
          </p:cNvPr>
          <p:cNvSpPr>
            <a:spLocks noGrp="1"/>
          </p:cNvSpPr>
          <p:nvPr>
            <p:ph type="title"/>
          </p:nvPr>
        </p:nvSpPr>
        <p:spPr/>
        <p:txBody>
          <a:bodyPr/>
          <a:lstStyle/>
          <a:p>
            <a:r>
              <a:rPr lang="en-US" dirty="0"/>
              <a:t>Blue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3FCEAC-8E39-6454-2294-BBEC9766DBF9}"/>
                  </a:ext>
                </a:extLst>
              </p:cNvPr>
              <p:cNvSpPr>
                <a:spLocks noGrp="1"/>
              </p:cNvSpPr>
              <p:nvPr>
                <p:ph idx="1"/>
              </p:nvPr>
            </p:nvSpPr>
            <p:spPr/>
            <p:txBody>
              <a:bodyPr>
                <a:normAutofit fontScale="92500"/>
              </a:bodyPr>
              <a:lstStyle/>
              <a:p>
                <a:r>
                  <a:rPr lang="en-US" dirty="0"/>
                  <a:t>These can be written compactly as </a:t>
                </a:r>
              </a:p>
              <a:p>
                <a:pPr marL="0"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𝑌</m:t>
                      </m:r>
                      <m:r>
                        <a:rPr lang="en-US" dirty="0">
                          <a:latin typeface="Cambria Math" panose="02040503050406030204" pitchFamily="18" charset="0"/>
                        </a:rPr>
                        <m:t>=</m:t>
                      </m:r>
                      <m:r>
                        <m:rPr>
                          <m:sty m:val="p"/>
                        </m:rPr>
                        <a:rPr lang="en-US" dirty="0">
                          <a:latin typeface="Cambria Math" panose="02040503050406030204" pitchFamily="18" charset="0"/>
                        </a:rPr>
                        <m:t>Ax</m:t>
                      </m:r>
                      <m:r>
                        <a:rPr lang="en-US" dirty="0">
                          <a:latin typeface="Cambria Math" panose="02040503050406030204" pitchFamily="18" charset="0"/>
                        </a:rPr>
                        <m:t>+</m:t>
                      </m:r>
                      <m:r>
                        <a:rPr lang="en-US" i="1" dirty="0">
                          <a:latin typeface="Cambria Math" panose="02040503050406030204" pitchFamily="18" charset="0"/>
                        </a:rPr>
                        <m:t>𝜖</m:t>
                      </m:r>
                    </m:oMath>
                  </m:oMathPara>
                </a14:m>
                <a:endParaRPr lang="en-US" dirty="0"/>
              </a:p>
              <a:p>
                <a:pPr marL="0" indent="0">
                  <a:buNone/>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dirty="0">
                              <a:latin typeface="Cambria Math" panose="02040503050406030204" pitchFamily="18" charset="0"/>
                            </a:rPr>
                          </m:ctrlPr>
                        </m:mPr>
                        <m:mr>
                          <m:e>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dirty="0">
                                                      <a:latin typeface="Cambria Math" panose="02040503050406030204" pitchFamily="18" charset="0"/>
                                                    </a:rPr>
                                                    <m:t>1</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𝑘</m:t>
                                                  </m:r>
                                                  <m:r>
                                                    <a:rPr lang="en-US"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𝑘</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𝑚</m:t>
                                                  </m:r>
                                                </m:sub>
                                              </m:sSub>
                                            </m:e>
                                          </m:mr>
                                        </m:m>
                                      </m:e>
                                    </m:d>
                                  </m:e>
                                </m:groupChr>
                              </m:e>
                              <m:lim>
                                <m:r>
                                  <a:rPr lang="en-US" i="1" dirty="0">
                                    <a:latin typeface="Cambria Math" panose="02040503050406030204" pitchFamily="18" charset="0"/>
                                  </a:rPr>
                                  <m:t>𝑌</m:t>
                                </m:r>
                              </m:lim>
                            </m:limUpp>
                            <m:r>
                              <a:rPr lang="en-US" dirty="0">
                                <a:latin typeface="Cambria Math" panose="02040503050406030204" pitchFamily="18" charset="0"/>
                              </a:rPr>
                              <m:t>=</m:t>
                            </m:r>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5"/>
                                                  <m:mcJc m:val="center"/>
                                                </m:mcPr>
                                              </m:mc>
                                            </m:mcs>
                                            <m:ctrlPr>
                                              <a:rPr lang="en-US" i="1" dirty="0">
                                                <a:latin typeface="Cambria Math" panose="02040503050406030204" pitchFamily="18" charset="0"/>
                                              </a:rPr>
                                            </m:ctrlPr>
                                          </m:mP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func>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func>
                                            </m:e>
                                            <m:e>
                                              <m:r>
                                                <a:rPr lang="en-US" dirty="0">
                                                  <a:latin typeface="Cambria Math" panose="02040503050406030204" pitchFamily="18" charset="0"/>
                                                </a:rPr>
                                                <m:t>0</m:t>
                                              </m:r>
                                            </m:e>
                                          </m:mr>
                                          <m:mr>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func>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func>
                                            </m:e>
                                            <m:e>
                                              <m:r>
                                                <a:rPr lang="en-US" dirty="0">
                                                  <a:latin typeface="Cambria Math" panose="02040503050406030204" pitchFamily="18" charset="0"/>
                                                </a:rPr>
                                                <m:t>0</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func>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func>
                                            </m:e>
                                            <m:e>
                                              <m:r>
                                                <a:rPr lang="en-US" dirty="0">
                                                  <a:latin typeface="Cambria Math" panose="02040503050406030204" pitchFamily="18" charset="0"/>
                                                </a:rPr>
                                                <m:t>1</m:t>
                                              </m:r>
                                            </m:e>
                                          </m:mr>
                                          <m:mr>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func>
                                            </m:e>
                                            <m:e>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func>
                                            </m:e>
                                            <m:e>
                                              <m:r>
                                                <a:rPr lang="en-US" dirty="0">
                                                  <a:latin typeface="Cambria Math" panose="02040503050406030204" pitchFamily="18" charset="0"/>
                                                </a:rPr>
                                                <m:t>1</m:t>
                                              </m:r>
                                            </m:e>
                                          </m:mr>
                                        </m:m>
                                      </m:e>
                                    </m:d>
                                  </m:e>
                                </m:groupChr>
                              </m:e>
                              <m:lim>
                                <m:r>
                                  <m:rPr>
                                    <m:sty m:val="p"/>
                                  </m:rPr>
                                  <a:rPr lang="en-US" dirty="0">
                                    <a:latin typeface="Cambria Math" panose="02040503050406030204" pitchFamily="18" charset="0"/>
                                  </a:rPr>
                                  <m:t>A</m:t>
                                </m:r>
                              </m:lim>
                            </m:limUpp>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dirty="0">
                                                      <a:latin typeface="Cambria Math" panose="02040503050406030204" pitchFamily="18" charset="0"/>
                                                    </a:rPr>
                                                    <m:t>0</m:t>
                                                  </m:r>
                                                </m:sub>
                                              </m:sSub>
                                            </m:e>
                                          </m:mr>
                                          <m:mr>
                                            <m:e>
                                              <m:r>
                                                <a:rPr lang="en-US" i="1" dirty="0">
                                                  <a:latin typeface="Cambria Math" panose="02040503050406030204" pitchFamily="18" charset="0"/>
                                                </a:rPr>
                                                <m:t>𝑟</m:t>
                                              </m:r>
                                            </m:e>
                                          </m:mr>
                                          <m:mr>
                                            <m:e>
                                              <m:r>
                                                <a:rPr lang="en-US" i="1" dirty="0">
                                                  <a:latin typeface="Cambria Math" panose="02040503050406030204" pitchFamily="18" charset="0"/>
                                                </a:rPr>
                                                <m:t>𝑎</m:t>
                                              </m:r>
                                            </m:e>
                                          </m:mr>
                                          <m:mr>
                                            <m:e>
                                              <m:r>
                                                <a:rPr lang="en-US" i="1" dirty="0">
                                                  <a:latin typeface="Cambria Math" panose="02040503050406030204" pitchFamily="18" charset="0"/>
                                                </a:rPr>
                                                <m:t>𝑏</m:t>
                                              </m:r>
                                            </m:e>
                                          </m:mr>
                                          <m:mr>
                                            <m:e>
                                              <m:r>
                                                <a:rPr lang="en-US" i="1" dirty="0">
                                                  <a:latin typeface="Cambria Math" panose="02040503050406030204" pitchFamily="18" charset="0"/>
                                                </a:rPr>
                                                <m:t>𝑜</m:t>
                                              </m:r>
                                            </m:e>
                                          </m:mr>
                                        </m:m>
                                      </m:e>
                                    </m:d>
                                  </m:e>
                                </m:groupChr>
                              </m:e>
                              <m:lim>
                                <m:r>
                                  <m:rPr>
                                    <m:sty m:val="p"/>
                                  </m:rPr>
                                  <a:rPr lang="en-US" dirty="0">
                                    <a:latin typeface="Cambria Math" panose="02040503050406030204" pitchFamily="18" charset="0"/>
                                  </a:rPr>
                                  <m:t>x</m:t>
                                </m:r>
                              </m:lim>
                            </m:limUpp>
                            <m:r>
                              <a:rPr lang="en-US" dirty="0">
                                <a:latin typeface="Cambria Math" panose="02040503050406030204" pitchFamily="18" charset="0"/>
                              </a:rPr>
                              <m:t>+</m:t>
                            </m:r>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dirty="0">
                                                      <a:latin typeface="Cambria Math" panose="02040503050406030204" pitchFamily="18" charset="0"/>
                                                    </a:rPr>
                                                    <m:t>1</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𝑘</m:t>
                                                  </m:r>
                                                  <m:r>
                                                    <a:rPr lang="en-US"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𝑘</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𝑚</m:t>
                                                  </m:r>
                                                </m:sub>
                                              </m:sSub>
                                            </m:e>
                                          </m:mr>
                                        </m:m>
                                      </m:e>
                                    </m:d>
                                  </m:e>
                                </m:groupChr>
                              </m:e>
                              <m:lim>
                                <m:r>
                                  <a:rPr lang="en-US" i="1" dirty="0">
                                    <a:latin typeface="Cambria Math" panose="02040503050406030204" pitchFamily="18" charset="0"/>
                                  </a:rPr>
                                  <m:t>𝜖</m:t>
                                </m:r>
                              </m:lim>
                            </m:limUpp>
                          </m:e>
                        </m:mr>
                      </m:m>
                    </m:oMath>
                  </m:oMathPara>
                </a14:m>
                <a:endParaRPr lang="en-US" dirty="0"/>
              </a:p>
              <a:p>
                <a:pPr marL="0" indent="0">
                  <a:buNone/>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𝑌</m:t>
                                </m:r>
                              </m:sub>
                            </m:sSub>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4"/>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a:latin typeface="Cambria Math" panose="02040503050406030204" pitchFamily="18" charset="0"/>
                                            </a:rPr>
                                            <m:t>1</m:t>
                                          </m:r>
                                        </m:sub>
                                        <m:sup>
                                          <m:r>
                                            <a:rPr lang="en-US">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a:latin typeface="Cambria Math" panose="02040503050406030204" pitchFamily="18" charset="0"/>
                                            </a:rPr>
                                            <m:t>12</m:t>
                                          </m:r>
                                        </m:sub>
                                      </m:sSub>
                                    </m:e>
                                    <m:e>
                                      <m:r>
                                        <a:rPr lang="en-US">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a:latin typeface="Cambria Math" panose="02040503050406030204" pitchFamily="18" charset="0"/>
                                            </a:rPr>
                                            <m:t>1</m:t>
                                          </m:r>
                                          <m:r>
                                            <a:rPr lang="en-US" i="1">
                                              <a:latin typeface="Cambria Math" panose="02040503050406030204" pitchFamily="18" charset="0"/>
                                            </a:rPr>
                                            <m:t>𝑚</m:t>
                                          </m:r>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a:latin typeface="Cambria Math" panose="02040503050406030204" pitchFamily="18" charset="0"/>
                                            </a:rPr>
                                            <m:t>21</m:t>
                                          </m:r>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a:latin typeface="Cambria Math" panose="02040503050406030204" pitchFamily="18" charset="0"/>
                                            </a:rPr>
                                            <m:t>2</m:t>
                                          </m:r>
                                        </m:sub>
                                        <m:sup>
                                          <m:r>
                                            <a:rPr lang="en-US">
                                              <a:latin typeface="Cambria Math" panose="02040503050406030204" pitchFamily="18" charset="0"/>
                                            </a:rPr>
                                            <m:t>2</m:t>
                                          </m:r>
                                        </m:sup>
                                      </m:sSubSup>
                                    </m:e>
                                    <m:e/>
                                    <m:e/>
                                  </m:mr>
                                  <m:mr>
                                    <m:e>
                                      <m:r>
                                        <a:rPr lang="en-US">
                                          <a:latin typeface="Cambria Math" panose="02040503050406030204" pitchFamily="18" charset="0"/>
                                        </a:rPr>
                                        <m:t>⋮</m:t>
                                      </m:r>
                                    </m:e>
                                    <m:e>
                                      <m:r>
                                        <a:rPr lang="en-US">
                                          <a:latin typeface="Cambria Math" panose="02040503050406030204" pitchFamily="18" charset="0"/>
                                        </a:rPr>
                                        <m:t>⋮</m:t>
                                      </m:r>
                                    </m:e>
                                    <m:e>
                                      <m:r>
                                        <a:rPr lang="en-US">
                                          <a:latin typeface="Cambria Math" panose="02040503050406030204" pitchFamily="18" charset="0"/>
                                        </a:rPr>
                                        <m:t>⋱</m:t>
                                      </m:r>
                                    </m:e>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m:t>
                                          </m:r>
                                          <m:r>
                                            <a:rPr lang="en-US">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m:t>
                                          </m:r>
                                          <m:r>
                                            <a:rPr lang="en-US">
                                              <a:latin typeface="Cambria Math" panose="02040503050406030204" pitchFamily="18" charset="0"/>
                                            </a:rPr>
                                            <m:t>2</m:t>
                                          </m:r>
                                        </m:sub>
                                      </m:sSub>
                                    </m:e>
                                    <m:e>
                                      <m:r>
                                        <a:rPr lang="en-US">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𝑚</m:t>
                                          </m:r>
                                        </m:sub>
                                        <m:sup>
                                          <m:r>
                                            <a:rPr lang="en-US">
                                              <a:latin typeface="Cambria Math" panose="02040503050406030204" pitchFamily="18" charset="0"/>
                                            </a:rPr>
                                            <m:t>2</m:t>
                                          </m:r>
                                        </m:sup>
                                      </m:sSubSup>
                                    </m:e>
                                  </m:mr>
                                </m:m>
                              </m:e>
                            </m:d>
                          </m:e>
                        </m:mr>
                      </m:m>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E3FCEAC-8E39-6454-2294-BBEC9766DBF9}"/>
                  </a:ext>
                </a:extLst>
              </p:cNvPr>
              <p:cNvSpPr>
                <a:spLocks noGrp="1" noRot="1" noChangeAspect="1" noMove="1" noResize="1" noEditPoints="1" noAdjustHandles="1" noChangeArrowheads="1" noChangeShapeType="1" noTextEdit="1"/>
              </p:cNvSpPr>
              <p:nvPr>
                <p:ph idx="1"/>
              </p:nvPr>
            </p:nvSpPr>
            <p:spPr>
              <a:blipFill>
                <a:blip r:embed="rId2"/>
                <a:stretch>
                  <a:fillRect l="-634" t="-707"/>
                </a:stretch>
              </a:blipFill>
            </p:spPr>
            <p:txBody>
              <a:bodyPr/>
              <a:lstStyle/>
              <a:p>
                <a:r>
                  <a:rPr lang="en-US">
                    <a:noFill/>
                  </a:rPr>
                  <a:t> </a:t>
                </a:r>
              </a:p>
            </p:txBody>
          </p:sp>
        </mc:Fallback>
      </mc:AlternateContent>
    </p:spTree>
    <p:extLst>
      <p:ext uri="{BB962C8B-B14F-4D97-AF65-F5344CB8AC3E}">
        <p14:creationId xmlns:p14="http://schemas.microsoft.com/office/powerpoint/2010/main" val="1436303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136E3-37B1-318D-CBEC-96C3070AC3A7}"/>
              </a:ext>
            </a:extLst>
          </p:cNvPr>
          <p:cNvSpPr>
            <a:spLocks noGrp="1"/>
          </p:cNvSpPr>
          <p:nvPr>
            <p:ph type="title"/>
          </p:nvPr>
        </p:nvSpPr>
        <p:spPr/>
        <p:txBody>
          <a:bodyPr/>
          <a:lstStyle/>
          <a:p>
            <a:r>
              <a:rPr lang="en-US" dirty="0"/>
              <a:t>Blue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018769-2BB3-565D-6590-85E6A5790624}"/>
                  </a:ext>
                </a:extLst>
              </p:cNvPr>
              <p:cNvSpPr>
                <a:spLocks noGrp="1"/>
              </p:cNvSpPr>
              <p:nvPr>
                <p:ph idx="1"/>
              </p:nvPr>
            </p:nvSpPr>
            <p:spPr/>
            <p:txBody>
              <a:bodyPr>
                <a:normAutofit fontScale="92500"/>
              </a:bodyPr>
              <a:lstStyle/>
              <a:p>
                <a:r>
                  <a:rPr lang="en-US" dirty="0"/>
                  <a:t>Assuming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𝑌</m:t>
                        </m:r>
                      </m:sub>
                    </m:sSub>
                  </m:oMath>
                </a14:m>
                <a:r>
                  <a:rPr lang="en-US" dirty="0"/>
                  <a:t> is known, BLUE can be estimated as</a:t>
                </a:r>
              </a:p>
              <a:p>
                <a:pPr marL="0" indent="0">
                  <a:buNone/>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0">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e>
                                  </m:mr>
                                  <m:mr>
                                    <m:e>
                                      <m:acc>
                                        <m:accPr>
                                          <m:chr m:val="̂"/>
                                          <m:ctrlPr>
                                            <a:rPr lang="en-US" i="1">
                                              <a:latin typeface="Cambria Math" panose="02040503050406030204" pitchFamily="18" charset="0"/>
                                            </a:rPr>
                                          </m:ctrlPr>
                                        </m:accPr>
                                        <m:e>
                                          <m:r>
                                            <a:rPr lang="en-US" i="1">
                                              <a:latin typeface="Cambria Math" panose="02040503050406030204" pitchFamily="18" charset="0"/>
                                            </a:rPr>
                                            <m:t>𝑟</m:t>
                                          </m:r>
                                        </m:e>
                                      </m:acc>
                                    </m:e>
                                  </m:mr>
                                  <m:mr>
                                    <m:e>
                                      <m:acc>
                                        <m:accPr>
                                          <m:chr m:val="̂"/>
                                          <m:ctrlPr>
                                            <a:rPr lang="en-US" i="1">
                                              <a:latin typeface="Cambria Math" panose="02040503050406030204" pitchFamily="18" charset="0"/>
                                            </a:rPr>
                                          </m:ctrlPr>
                                        </m:accPr>
                                        <m:e>
                                          <m:r>
                                            <a:rPr lang="en-US" i="1">
                                              <a:latin typeface="Cambria Math" panose="02040503050406030204" pitchFamily="18" charset="0"/>
                                            </a:rPr>
                                            <m:t>𝑎</m:t>
                                          </m:r>
                                        </m:e>
                                      </m:acc>
                                    </m:e>
                                  </m:mr>
                                  <m:m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mr>
                                  <m:mr>
                                    <m:e>
                                      <m:acc>
                                        <m:accPr>
                                          <m:chr m:val="̂"/>
                                          <m:ctrlPr>
                                            <a:rPr lang="en-US" i="1">
                                              <a:latin typeface="Cambria Math" panose="02040503050406030204" pitchFamily="18" charset="0"/>
                                            </a:rPr>
                                          </m:ctrlPr>
                                        </m:accPr>
                                        <m:e>
                                          <m:r>
                                            <a:rPr lang="en-US" i="1">
                                              <a:latin typeface="Cambria Math" panose="02040503050406030204" pitchFamily="18" charset="0"/>
                                            </a:rPr>
                                            <m:t>𝑜</m:t>
                                          </m:r>
                                        </m:e>
                                      </m:acc>
                                    </m:e>
                                  </m:mr>
                                </m:m>
                              </m:e>
                            </m:d>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𝑋</m:t>
                                    </m:r>
                                  </m:e>
                                </m:acc>
                              </m:sub>
                            </m:sSub>
                            <m:r>
                              <a:rPr lang="en-US" i="0">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5"/>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sub>
                                        <m:sup>
                                          <m:r>
                                            <a:rPr lang="en-US" i="0">
                                              <a:latin typeface="Cambria Math" panose="02040503050406030204" pitchFamily="18" charset="0"/>
                                            </a:rPr>
                                            <m:t>2</m:t>
                                          </m:r>
                                        </m:sup>
                                      </m:sSubSup>
                                    </m:e>
                                  </m:mr>
                                </m:m>
                              </m:e>
                            </m:d>
                          </m:e>
                        </m:mr>
                      </m:m>
                    </m:oMath>
                  </m:oMathPara>
                </a14:m>
                <a:endParaRPr lang="en-US" dirty="0"/>
              </a:p>
              <a:p>
                <a:pPr marL="0" indent="0">
                  <a:buNone/>
                </a:pPr>
                <a:r>
                  <a:rPr lang="en-US" dirty="0"/>
                  <a:t>where</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m:t>
                      </m:r>
                      <m:sSup>
                        <m:sSupPr>
                          <m:ctrlPr>
                            <a:rPr lang="en-US" i="1">
                              <a:latin typeface="Cambria Math" panose="02040503050406030204" pitchFamily="18" charset="0"/>
                            </a:rPr>
                          </m:ctrlPr>
                        </m:sSupPr>
                        <m:e>
                          <m:r>
                            <m:rPr>
                              <m:sty m:val="p"/>
                            </m:rPr>
                            <a:rPr lang="en-US">
                              <a:latin typeface="Cambria Math" panose="02040503050406030204" pitchFamily="18" charset="0"/>
                            </a:rPr>
                            <m:t>A</m:t>
                          </m:r>
                        </m:e>
                        <m:sup>
                          <m:r>
                            <a:rPr lang="en-US" i="1">
                              <a:latin typeface="Cambria Math" panose="02040503050406030204" pitchFamily="18" charset="0"/>
                            </a:rPr>
                            <m:t>𝑇</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𝑌</m:t>
                          </m:r>
                        </m:sub>
                        <m:sup>
                          <m:r>
                            <a:rPr lang="en-US" i="1">
                              <a:latin typeface="Cambria Math" panose="02040503050406030204" pitchFamily="18" charset="0"/>
                            </a:rPr>
                            <m:t>−1</m:t>
                          </m:r>
                        </m:sup>
                      </m:sSubSup>
                      <m:r>
                        <m:rPr>
                          <m:sty m:val="p"/>
                        </m:rPr>
                        <a:rPr lang="en-US">
                          <a:latin typeface="Cambria Math" panose="02040503050406030204" pitchFamily="18" charset="0"/>
                        </a:rPr>
                        <m:t>A</m:t>
                      </m:r>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−1</m:t>
                          </m:r>
                        </m:sup>
                      </m:sSup>
                      <m:sSup>
                        <m:sSupPr>
                          <m:ctrlPr>
                            <a:rPr lang="en-US" i="1">
                              <a:latin typeface="Cambria Math" panose="02040503050406030204" pitchFamily="18" charset="0"/>
                            </a:rPr>
                          </m:ctrlPr>
                        </m:sSupPr>
                        <m:e>
                          <m:r>
                            <m:rPr>
                              <m:sty m:val="p"/>
                            </m:rPr>
                            <a:rPr lang="en-US">
                              <a:latin typeface="Cambria Math" panose="02040503050406030204" pitchFamily="18" charset="0"/>
                            </a:rPr>
                            <m:t>A</m:t>
                          </m:r>
                        </m:e>
                        <m:sup>
                          <m:r>
                            <a:rPr lang="en-US" i="1">
                              <a:latin typeface="Cambria Math" panose="02040503050406030204" pitchFamily="18" charset="0"/>
                            </a:rPr>
                            <m:t>𝑇</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𝑌</m:t>
                          </m:r>
                        </m:sub>
                        <m:sup>
                          <m:r>
                            <a:rPr lang="en-US" i="1">
                              <a:latin typeface="Cambria Math" panose="02040503050406030204" pitchFamily="18" charset="0"/>
                            </a:rPr>
                            <m:t>−1</m:t>
                          </m:r>
                        </m:sup>
                      </m:sSubSup>
                      <m:r>
                        <a:rPr lang="en-US" i="1">
                          <a:latin typeface="Cambria Math" panose="02040503050406030204" pitchFamily="18" charset="0"/>
                        </a:rPr>
                        <m:t>𝑌</m:t>
                      </m:r>
                      <m:r>
                        <a:rPr lang="en-US" i="1">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𝑋</m:t>
                              </m:r>
                            </m:e>
                          </m:acc>
                        </m:sub>
                      </m:sSub>
                      <m:r>
                        <a:rPr lang="en-US" i="1">
                          <a:latin typeface="Cambria Math" panose="02040503050406030204" pitchFamily="18" charset="0"/>
                        </a:rPr>
                        <m:t>=(</m:t>
                      </m:r>
                      <m:sSup>
                        <m:sSupPr>
                          <m:ctrlPr>
                            <a:rPr lang="en-US" i="1">
                              <a:latin typeface="Cambria Math" panose="02040503050406030204" pitchFamily="18" charset="0"/>
                            </a:rPr>
                          </m:ctrlPr>
                        </m:sSupPr>
                        <m:e>
                          <m:r>
                            <m:rPr>
                              <m:sty m:val="p"/>
                            </m:rPr>
                            <a:rPr lang="en-US">
                              <a:latin typeface="Cambria Math" panose="02040503050406030204" pitchFamily="18" charset="0"/>
                            </a:rPr>
                            <m:t>A</m:t>
                          </m:r>
                        </m:e>
                        <m:sup>
                          <m:r>
                            <a:rPr lang="en-US" i="1">
                              <a:latin typeface="Cambria Math" panose="02040503050406030204" pitchFamily="18" charset="0"/>
                            </a:rPr>
                            <m:t>𝑇</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𝑌</m:t>
                          </m:r>
                        </m:sub>
                        <m:sup>
                          <m:r>
                            <a:rPr lang="en-US" i="1">
                              <a:latin typeface="Cambria Math" panose="02040503050406030204" pitchFamily="18" charset="0"/>
                            </a:rPr>
                            <m:t>−1</m:t>
                          </m:r>
                        </m:sup>
                      </m:sSubSup>
                      <m:r>
                        <m:rPr>
                          <m:sty m:val="p"/>
                        </m:rPr>
                        <a:rPr lang="en-US">
                          <a:latin typeface="Cambria Math" panose="02040503050406030204" pitchFamily="18" charset="0"/>
                        </a:rPr>
                        <m:t>A</m:t>
                      </m:r>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−1</m:t>
                          </m:r>
                        </m:sup>
                      </m:sSup>
                    </m:oMath>
                  </m:oMathPara>
                </a14:m>
                <a:endParaRPr lang="en-US" dirty="0"/>
              </a:p>
              <a:p>
                <a:r>
                  <a:rPr lang="en-US" dirty="0"/>
                  <a:t>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oMath>
                </a14:m>
                <a:r>
                  <a:rPr lang="en-US" dirty="0"/>
                  <a:t> might not be known beforehand. In which case, we can first determine the parameters only for rate and offsets, remove them from time series. Then, using frequency decomposition we can determine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oMath>
                </a14:m>
                <a:endParaRPr lang="en-US" dirty="0"/>
              </a:p>
            </p:txBody>
          </p:sp>
        </mc:Choice>
        <mc:Fallback xmlns="">
          <p:sp>
            <p:nvSpPr>
              <p:cNvPr id="3" name="Content Placeholder 2">
                <a:extLst>
                  <a:ext uri="{FF2B5EF4-FFF2-40B4-BE49-F238E27FC236}">
                    <a16:creationId xmlns:a16="http://schemas.microsoft.com/office/drawing/2014/main" id="{BF018769-2BB3-565D-6590-85E6A5790624}"/>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3255637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4B67A-D9A9-CEE4-0B8E-2CC19ADDF169}"/>
              </a:ext>
            </a:extLst>
          </p:cNvPr>
          <p:cNvSpPr>
            <a:spLocks noGrp="1"/>
          </p:cNvSpPr>
          <p:nvPr>
            <p:ph type="title"/>
          </p:nvPr>
        </p:nvSpPr>
        <p:spPr/>
        <p:txBody>
          <a:bodyPr/>
          <a:lstStyle/>
          <a:p>
            <a:r>
              <a:rPr lang="en-US" dirty="0"/>
              <a:t> example</a:t>
            </a:r>
          </a:p>
        </p:txBody>
      </p:sp>
      <p:pic>
        <p:nvPicPr>
          <p:cNvPr id="9" name="Picture 8">
            <a:extLst>
              <a:ext uri="{FF2B5EF4-FFF2-40B4-BE49-F238E27FC236}">
                <a16:creationId xmlns:a16="http://schemas.microsoft.com/office/drawing/2014/main" id="{9C1AC129-2F56-F044-0C9C-BB32D5431461}"/>
              </a:ext>
            </a:extLst>
          </p:cNvPr>
          <p:cNvPicPr>
            <a:picLocks noChangeAspect="1"/>
          </p:cNvPicPr>
          <p:nvPr/>
        </p:nvPicPr>
        <p:blipFill>
          <a:blip r:embed="rId2"/>
          <a:stretch>
            <a:fillRect/>
          </a:stretch>
        </p:blipFill>
        <p:spPr>
          <a:xfrm>
            <a:off x="256279" y="806570"/>
            <a:ext cx="11679440" cy="3474797"/>
          </a:xfrm>
          <a:prstGeom prst="rect">
            <a:avLst/>
          </a:prstGeom>
        </p:spPr>
      </p:pic>
      <p:pic>
        <p:nvPicPr>
          <p:cNvPr id="11" name="Picture 10">
            <a:extLst>
              <a:ext uri="{FF2B5EF4-FFF2-40B4-BE49-F238E27FC236}">
                <a16:creationId xmlns:a16="http://schemas.microsoft.com/office/drawing/2014/main" id="{A68C1E1F-FA21-0FC7-1D4B-DFBE1096575C}"/>
              </a:ext>
            </a:extLst>
          </p:cNvPr>
          <p:cNvPicPr>
            <a:picLocks noChangeAspect="1"/>
          </p:cNvPicPr>
          <p:nvPr/>
        </p:nvPicPr>
        <p:blipFill>
          <a:blip r:embed="rId3"/>
          <a:stretch>
            <a:fillRect/>
          </a:stretch>
        </p:blipFill>
        <p:spPr>
          <a:xfrm>
            <a:off x="426468" y="4346066"/>
            <a:ext cx="11339063" cy="2356714"/>
          </a:xfrm>
          <a:prstGeom prst="rect">
            <a:avLst/>
          </a:prstGeom>
        </p:spPr>
      </p:pic>
    </p:spTree>
    <p:extLst>
      <p:ext uri="{BB962C8B-B14F-4D97-AF65-F5344CB8AC3E}">
        <p14:creationId xmlns:p14="http://schemas.microsoft.com/office/powerpoint/2010/main" val="3542484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EE2F8-C9F8-552B-6D0C-4DE0839E5753}"/>
              </a:ext>
            </a:extLst>
          </p:cNvPr>
          <p:cNvSpPr>
            <a:spLocks noGrp="1"/>
          </p:cNvSpPr>
          <p:nvPr>
            <p:ph type="title"/>
          </p:nvPr>
        </p:nvSpPr>
        <p:spPr/>
        <p:txBody>
          <a:bodyPr/>
          <a:lstStyle/>
          <a:p>
            <a:r>
              <a:rPr lang="en-US" dirty="0"/>
              <a:t>example</a:t>
            </a:r>
          </a:p>
        </p:txBody>
      </p:sp>
      <p:pic>
        <p:nvPicPr>
          <p:cNvPr id="5" name="Picture 4">
            <a:extLst>
              <a:ext uri="{FF2B5EF4-FFF2-40B4-BE49-F238E27FC236}">
                <a16:creationId xmlns:a16="http://schemas.microsoft.com/office/drawing/2014/main" id="{6B959D4F-43B1-2152-2165-5F692E32F3DE}"/>
              </a:ext>
            </a:extLst>
          </p:cNvPr>
          <p:cNvPicPr>
            <a:picLocks noChangeAspect="1"/>
          </p:cNvPicPr>
          <p:nvPr/>
        </p:nvPicPr>
        <p:blipFill>
          <a:blip r:embed="rId2"/>
          <a:stretch>
            <a:fillRect/>
          </a:stretch>
        </p:blipFill>
        <p:spPr>
          <a:xfrm>
            <a:off x="267732" y="4142647"/>
            <a:ext cx="11656535" cy="2293511"/>
          </a:xfrm>
          <a:prstGeom prst="rect">
            <a:avLst/>
          </a:prstGeom>
        </p:spPr>
      </p:pic>
      <p:pic>
        <p:nvPicPr>
          <p:cNvPr id="13" name="Picture 12">
            <a:extLst>
              <a:ext uri="{FF2B5EF4-FFF2-40B4-BE49-F238E27FC236}">
                <a16:creationId xmlns:a16="http://schemas.microsoft.com/office/drawing/2014/main" id="{A7751CA7-2BAF-7F5C-1473-3373139FFF63}"/>
              </a:ext>
            </a:extLst>
          </p:cNvPr>
          <p:cNvPicPr>
            <a:picLocks noChangeAspect="1"/>
          </p:cNvPicPr>
          <p:nvPr/>
        </p:nvPicPr>
        <p:blipFill>
          <a:blip r:embed="rId3"/>
          <a:stretch>
            <a:fillRect/>
          </a:stretch>
        </p:blipFill>
        <p:spPr>
          <a:xfrm>
            <a:off x="1564735" y="936180"/>
            <a:ext cx="8427291" cy="3182611"/>
          </a:xfrm>
          <a:prstGeom prst="rect">
            <a:avLst/>
          </a:prstGeom>
        </p:spPr>
      </p:pic>
    </p:spTree>
    <p:extLst>
      <p:ext uri="{BB962C8B-B14F-4D97-AF65-F5344CB8AC3E}">
        <p14:creationId xmlns:p14="http://schemas.microsoft.com/office/powerpoint/2010/main" val="522327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86992-03F5-ADC7-D050-9C2465D8A79F}"/>
              </a:ext>
            </a:extLst>
          </p:cNvPr>
          <p:cNvSpPr>
            <a:spLocks noGrp="1"/>
          </p:cNvSpPr>
          <p:nvPr>
            <p:ph type="title"/>
          </p:nvPr>
        </p:nvSpPr>
        <p:spPr/>
        <p:txBody>
          <a:bodyPr/>
          <a:lstStyle/>
          <a:p>
            <a:r>
              <a:rPr lang="en-US" dirty="0"/>
              <a:t> Forecasting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9FF95E-57A6-B023-E322-DC76B1886A1B}"/>
                  </a:ext>
                </a:extLst>
              </p:cNvPr>
              <p:cNvSpPr>
                <a:spLocks noGrp="1"/>
              </p:cNvSpPr>
              <p:nvPr>
                <p:ph idx="1"/>
              </p:nvPr>
            </p:nvSpPr>
            <p:spPr/>
            <p:txBody>
              <a:bodyPr/>
              <a:lstStyle/>
              <a:p>
                <a:r>
                  <a:rPr lang="en-US" dirty="0"/>
                  <a:t>So we now a model whose parameters we estimated, namely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acc>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𝑘</m:t>
                            </m:r>
                          </m:sub>
                        </m:sSub>
                      </m:e>
                    </m:acc>
                    <m:r>
                      <a:rPr lang="en-US" b="0" i="1" smtClean="0">
                        <a:latin typeface="Cambria Math" panose="02040503050406030204" pitchFamily="18" charset="0"/>
                      </a:rPr>
                      <m:t> ,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r>
                      <a:rPr lang="en-US" b="0" i="1" smtClean="0">
                        <a:latin typeface="Cambria Math" panose="02040503050406030204" pitchFamily="18" charset="0"/>
                      </a:rPr>
                      <m:t> </m:t>
                    </m:r>
                  </m:oMath>
                </a14:m>
                <a:r>
                  <a:rPr lang="en-US" dirty="0"/>
                  <a:t>and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oMath>
                </a14:m>
                <a:endParaRPr lang="en-US" dirty="0"/>
              </a:p>
              <a:p>
                <a:r>
                  <a:rPr lang="en-US" dirty="0"/>
                  <a:t>Thus, we can safely use it to predict future signal-of-interest time series</a:t>
                </a: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𝑓𝑢𝑡𝑢𝑟𝑒</m:t>
                              </m:r>
                            </m:sub>
                          </m:sSub>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𝑓𝑢𝑡𝑢𝑟𝑒</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𝑘</m:t>
                              </m:r>
                            </m:sub>
                          </m:sSub>
                        </m:e>
                      </m:acc>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𝑓𝑢𝑡𝑢𝑟𝑒</m:t>
                              </m:r>
                            </m:sub>
                          </m:sSub>
                        </m:e>
                      </m:d>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a</m:t>
                          </m:r>
                        </m:e>
                      </m:acc>
                      <m:r>
                        <a:rPr lang="en-US" b="0" i="0" smtClean="0">
                          <a:latin typeface="Cambria Math" panose="02040503050406030204" pitchFamily="18" charset="0"/>
                        </a:rPr>
                        <m:t> </m:t>
                      </m:r>
                      <m:r>
                        <m:rPr>
                          <m:sty m:val="p"/>
                        </m:rPr>
                        <a:rPr lang="en-US" b="0" i="0" smtClean="0">
                          <a:latin typeface="Cambria Math" panose="02040503050406030204" pitchFamily="18" charset="0"/>
                        </a:rPr>
                        <m:t>cos</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𝑓𝑢𝑡𝑢𝑟𝑒</m:t>
                              </m:r>
                            </m:sub>
                          </m:sSub>
                        </m:e>
                      </m:d>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b</m:t>
                          </m:r>
                        </m:e>
                      </m:acc>
                      <m:r>
                        <a:rPr lang="en-US" b="0" i="0" smtClean="0">
                          <a:latin typeface="Cambria Math" panose="02040503050406030204" pitchFamily="18" charset="0"/>
                        </a:rPr>
                        <m:t> </m:t>
                      </m:r>
                      <m:r>
                        <m:rPr>
                          <m:sty m:val="p"/>
                        </m:rPr>
                        <a:rPr lang="en-US" b="0" i="0" smtClean="0">
                          <a:latin typeface="Cambria Math" panose="02040503050406030204" pitchFamily="18" charset="0"/>
                        </a:rPr>
                        <m:t>sin</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𝑓𝑢𝑡𝑢𝑟𝑒</m:t>
                              </m:r>
                            </m:sub>
                          </m:sSub>
                        </m:e>
                      </m:d>
                    </m:oMath>
                  </m:oMathPara>
                </a14:m>
                <a:endParaRPr lang="en-IN" dirty="0"/>
              </a:p>
              <a:p>
                <a:pPr marL="0" indent="0">
                  <a:buNone/>
                </a:pPr>
                <a:endParaRPr lang="en-IN" dirty="0"/>
              </a:p>
              <a:p>
                <a:r>
                  <a:rPr lang="en-IN" dirty="0"/>
                  <a:t>What about the noise? The noise is stochastic though!</a:t>
                </a:r>
              </a:p>
            </p:txBody>
          </p:sp>
        </mc:Choice>
        <mc:Fallback xmlns="">
          <p:sp>
            <p:nvSpPr>
              <p:cNvPr id="3" name="Content Placeholder 2">
                <a:extLst>
                  <a:ext uri="{FF2B5EF4-FFF2-40B4-BE49-F238E27FC236}">
                    <a16:creationId xmlns:a16="http://schemas.microsoft.com/office/drawing/2014/main" id="{259FF95E-57A6-B023-E322-DC76B1886A1B}"/>
                  </a:ext>
                </a:extLst>
              </p:cNvPr>
              <p:cNvSpPr>
                <a:spLocks noGrp="1" noRot="1" noChangeAspect="1" noMove="1" noResize="1" noEditPoints="1" noAdjustHandles="1" noChangeArrowheads="1" noChangeShapeType="1" noTextEdit="1"/>
              </p:cNvSpPr>
              <p:nvPr>
                <p:ph idx="1"/>
              </p:nvPr>
            </p:nvSpPr>
            <p:spPr>
              <a:blipFill>
                <a:blip r:embed="rId2"/>
                <a:stretch>
                  <a:fillRect l="-749" t="-471"/>
                </a:stretch>
              </a:blipFill>
            </p:spPr>
            <p:txBody>
              <a:bodyPr/>
              <a:lstStyle/>
              <a:p>
                <a:r>
                  <a:rPr lang="en-IN">
                    <a:noFill/>
                  </a:rPr>
                  <a:t> </a:t>
                </a:r>
              </a:p>
            </p:txBody>
          </p:sp>
        </mc:Fallback>
      </mc:AlternateContent>
    </p:spTree>
    <p:extLst>
      <p:ext uri="{BB962C8B-B14F-4D97-AF65-F5344CB8AC3E}">
        <p14:creationId xmlns:p14="http://schemas.microsoft.com/office/powerpoint/2010/main" val="1826594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7363-E1A8-5E78-93F2-62A8BA8017D6}"/>
              </a:ext>
            </a:extLst>
          </p:cNvPr>
          <p:cNvSpPr>
            <a:spLocks noGrp="1"/>
          </p:cNvSpPr>
          <p:nvPr>
            <p:ph type="title"/>
          </p:nvPr>
        </p:nvSpPr>
        <p:spPr/>
        <p:txBody>
          <a:bodyPr/>
          <a:lstStyle/>
          <a:p>
            <a:r>
              <a:rPr lang="en-US" dirty="0"/>
              <a:t>Time series stationarity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2CBC33-1DC7-E63D-E302-4D65A03EE476}"/>
                  </a:ext>
                </a:extLst>
              </p:cNvPr>
              <p:cNvSpPr>
                <a:spLocks noGrp="1"/>
              </p:cNvSpPr>
              <p:nvPr>
                <p:ph idx="1"/>
              </p:nvPr>
            </p:nvSpPr>
            <p:spPr/>
            <p:txBody>
              <a:bodyPr>
                <a:normAutofit/>
              </a:bodyPr>
              <a:lstStyle/>
              <a:p>
                <a:r>
                  <a:rPr lang="en-US" dirty="0"/>
                  <a:t>Consider time series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This time series is considered to be stationary time series if its </a:t>
                </a:r>
                <a:r>
                  <a:rPr lang="en-US" i="1" dirty="0"/>
                  <a:t>mean</a:t>
                </a:r>
                <a:r>
                  <a:rPr lang="en-US" dirty="0"/>
                  <a:t> and </a:t>
                </a:r>
                <a:r>
                  <a:rPr lang="en-US" i="1" dirty="0"/>
                  <a:t>(co)variance</a:t>
                </a:r>
                <a:r>
                  <a:rPr lang="en-US" dirty="0"/>
                  <a:t> do not change with time.</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𝔼</m:t>
                      </m:r>
                      <m:d>
                        <m:dPr>
                          <m:ctrlPr>
                            <a:rPr lang="en-US" i="1" smtClean="0">
                              <a:latin typeface="Cambria Math" panose="02040503050406030204" pitchFamily="18" charset="0"/>
                            </a:rPr>
                          </m:ctrlPr>
                        </m:dPr>
                        <m:e>
                          <m:r>
                            <a:rPr lang="en-US" i="1" smtClean="0">
                              <a:latin typeface="Cambria Math" panose="02040503050406030204" pitchFamily="18" charset="0"/>
                            </a:rPr>
                            <m:t>𝑆</m:t>
                          </m:r>
                          <m:d>
                            <m:dPr>
                              <m:ctrlPr>
                                <a:rPr lang="en-US" i="1" smtClean="0">
                                  <a:latin typeface="Cambria Math" panose="02040503050406030204" pitchFamily="18" charset="0"/>
                                </a:rPr>
                              </m:ctrlPr>
                            </m:dPr>
                            <m:e>
                              <m:r>
                                <a:rPr lang="en-US" i="1" smtClean="0">
                                  <a:latin typeface="Cambria Math" panose="02040503050406030204" pitchFamily="18" charset="0"/>
                                </a:rPr>
                                <m:t>𝑡</m:t>
                              </m:r>
                            </m:e>
                          </m:d>
                        </m:e>
                      </m:d>
                      <m:r>
                        <a:rPr lang="en-US" i="1" smtClean="0">
                          <a:latin typeface="Cambria Math" panose="02040503050406030204" pitchFamily="18" charset="0"/>
                        </a:rPr>
                        <m:t>=</m:t>
                      </m:r>
                      <m:r>
                        <a:rPr lang="en-US" i="1" smtClean="0">
                          <a:latin typeface="Cambria Math" panose="02040503050406030204" pitchFamily="18" charset="0"/>
                        </a:rPr>
                        <m:t>𝔼</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𝑆</m:t>
                              </m:r>
                            </m:e>
                            <m:sub>
                              <m:r>
                                <a:rPr lang="en-US" i="1" smtClean="0">
                                  <a:latin typeface="Cambria Math" panose="02040503050406030204" pitchFamily="18" charset="0"/>
                                </a:rPr>
                                <m:t>𝑡</m:t>
                              </m:r>
                            </m:sub>
                          </m:sSub>
                        </m:e>
                      </m:d>
                      <m:r>
                        <a:rPr lang="en-US" i="1" smtClean="0">
                          <a:latin typeface="Cambria Math" panose="02040503050406030204" pitchFamily="18" charset="0"/>
                        </a:rPr>
                        <m:t>=</m:t>
                      </m:r>
                      <m:r>
                        <a:rPr lang="en-US" i="1" smtClean="0">
                          <a:latin typeface="Cambria Math" panose="02040503050406030204" pitchFamily="18" charset="0"/>
                        </a:rPr>
                        <m:t>𝜇</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𝐶𝑜𝑣</m:t>
                      </m:r>
                      <m:d>
                        <m:dPr>
                          <m:sep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𝑆</m:t>
                              </m:r>
                            </m:e>
                            <m:sub>
                              <m:r>
                                <a:rPr lang="en-US" i="1" smtClean="0">
                                  <a:latin typeface="Cambria Math" panose="02040503050406030204" pitchFamily="18" charset="0"/>
                                </a:rPr>
                                <m:t>𝑡</m:t>
                              </m:r>
                            </m:sub>
                          </m:sSub>
                        </m:e>
                        <m:e>
                          <m:sSub>
                            <m:sSubPr>
                              <m:ctrlPr>
                                <a:rPr lang="en-US" i="1" smtClean="0">
                                  <a:latin typeface="Cambria Math" panose="02040503050406030204" pitchFamily="18" charset="0"/>
                                </a:rPr>
                              </m:ctrlPr>
                            </m:sSubPr>
                            <m:e>
                              <m:r>
                                <a:rPr lang="en-US" i="1" smtClean="0">
                                  <a:latin typeface="Cambria Math" panose="02040503050406030204" pitchFamily="18" charset="0"/>
                                </a:rPr>
                                <m:t>𝑆</m:t>
                              </m:r>
                            </m:e>
                            <m:sub>
                              <m:r>
                                <a:rPr lang="en-US" i="1" smtClean="0">
                                  <a:latin typeface="Cambria Math" panose="02040503050406030204" pitchFamily="18" charset="0"/>
                                </a:rPr>
                                <m:t>𝑡</m:t>
                              </m:r>
                              <m:r>
                                <a:rPr lang="en-US" i="1" smtClean="0">
                                  <a:latin typeface="Cambria Math" panose="02040503050406030204" pitchFamily="18" charset="0"/>
                                </a:rPr>
                                <m:t>−</m:t>
                              </m:r>
                              <m:r>
                                <a:rPr lang="en-US" i="1" smtClean="0">
                                  <a:latin typeface="Cambria Math" panose="02040503050406030204" pitchFamily="18" charset="0"/>
                                </a:rPr>
                                <m:t>𝜏</m:t>
                              </m:r>
                            </m:sub>
                          </m:sSub>
                        </m:e>
                      </m:d>
                      <m:r>
                        <a:rPr lang="en-US" i="1" smtClean="0">
                          <a:latin typeface="Cambria Math" panose="02040503050406030204" pitchFamily="18" charset="0"/>
                        </a:rPr>
                        <m:t>=</m:t>
                      </m:r>
                      <m:r>
                        <a:rPr lang="en-US" i="1" smtClean="0">
                          <a:latin typeface="Cambria Math" panose="02040503050406030204" pitchFamily="18" charset="0"/>
                        </a:rPr>
                        <m:t>𝐶𝑜𝑣</m:t>
                      </m:r>
                      <m:d>
                        <m:dPr>
                          <m:sep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𝑆</m:t>
                              </m:r>
                            </m:e>
                            <m:sub>
                              <m:r>
                                <a:rPr lang="en-US" i="1" smtClean="0">
                                  <a:latin typeface="Cambria Math" panose="02040503050406030204" pitchFamily="18" charset="0"/>
                                </a:rPr>
                                <m:t>𝑡</m:t>
                              </m:r>
                            </m:sub>
                          </m:sSub>
                        </m:e>
                        <m:e>
                          <m:sSub>
                            <m:sSubPr>
                              <m:ctrlPr>
                                <a:rPr lang="en-US" i="1" smtClean="0">
                                  <a:latin typeface="Cambria Math" panose="02040503050406030204" pitchFamily="18" charset="0"/>
                                </a:rPr>
                              </m:ctrlPr>
                            </m:sSubPr>
                            <m:e>
                              <m:r>
                                <a:rPr lang="en-US" i="1" smtClean="0">
                                  <a:latin typeface="Cambria Math" panose="02040503050406030204" pitchFamily="18" charset="0"/>
                                </a:rPr>
                                <m:t>𝑆</m:t>
                              </m:r>
                            </m:e>
                            <m:sub>
                              <m:r>
                                <a:rPr lang="en-US" i="1" smtClean="0">
                                  <a:latin typeface="Cambria Math" panose="02040503050406030204" pitchFamily="18" charset="0"/>
                                </a:rPr>
                                <m:t>𝑡</m:t>
                              </m:r>
                              <m:r>
                                <a:rPr lang="en-US" i="1" smtClean="0">
                                  <a:latin typeface="Cambria Math" panose="02040503050406030204" pitchFamily="18" charset="0"/>
                                </a:rPr>
                                <m:t>+</m:t>
                              </m:r>
                              <m:r>
                                <a:rPr lang="en-US" i="1" smtClean="0">
                                  <a:latin typeface="Cambria Math" panose="02040503050406030204" pitchFamily="18" charset="0"/>
                                </a:rPr>
                                <m:t>𝜏</m:t>
                              </m:r>
                            </m:sub>
                          </m:sSub>
                        </m:e>
                      </m:d>
                      <m:r>
                        <a:rPr lang="en-US" i="1" smtClean="0">
                          <a:latin typeface="Cambria Math" panose="02040503050406030204" pitchFamily="18" charset="0"/>
                        </a:rPr>
                        <m:t>=</m:t>
                      </m:r>
                      <m:r>
                        <a:rPr lang="en-US" i="1" smtClean="0">
                          <a:latin typeface="Cambria Math" panose="02040503050406030204" pitchFamily="18" charset="0"/>
                        </a:rPr>
                        <m:t>𝔼</m:t>
                      </m:r>
                      <m:d>
                        <m:dPr>
                          <m:ctrlPr>
                            <a:rPr lang="en-US" i="1" smtClean="0">
                              <a:latin typeface="Cambria Math" panose="02040503050406030204" pitchFamily="18" charset="0"/>
                            </a:rPr>
                          </m:ctrlPr>
                        </m:dPr>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𝑆</m:t>
                                  </m:r>
                                </m:e>
                                <m:sub>
                                  <m:r>
                                    <a:rPr lang="en-US" i="1" smtClean="0">
                                      <a:latin typeface="Cambria Math" panose="02040503050406030204" pitchFamily="18" charset="0"/>
                                    </a:rPr>
                                    <m:t>𝑡</m:t>
                                  </m:r>
                                </m:sub>
                              </m:sSub>
                              <m:r>
                                <a:rPr lang="en-US" i="1" smtClean="0">
                                  <a:latin typeface="Cambria Math" panose="02040503050406030204" pitchFamily="18" charset="0"/>
                                </a:rPr>
                                <m:t>−</m:t>
                              </m:r>
                              <m:r>
                                <a:rPr lang="en-US" i="1" smtClean="0">
                                  <a:latin typeface="Cambria Math" panose="02040503050406030204" pitchFamily="18" charset="0"/>
                                </a:rPr>
                                <m:t>𝜇</m:t>
                              </m:r>
                            </m:e>
                          </m:d>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𝑆</m:t>
                                  </m:r>
                                </m:e>
                                <m:sub>
                                  <m:r>
                                    <a:rPr lang="en-US" i="1" smtClean="0">
                                      <a:latin typeface="Cambria Math" panose="02040503050406030204" pitchFamily="18" charset="0"/>
                                    </a:rPr>
                                    <m:t>𝑡</m:t>
                                  </m:r>
                                  <m:r>
                                    <a:rPr lang="en-US" i="1" smtClean="0">
                                      <a:latin typeface="Cambria Math" panose="02040503050406030204" pitchFamily="18" charset="0"/>
                                    </a:rPr>
                                    <m:t>−</m:t>
                                  </m:r>
                                  <m:r>
                                    <a:rPr lang="en-US" i="1" smtClean="0">
                                      <a:latin typeface="Cambria Math" panose="02040503050406030204" pitchFamily="18" charset="0"/>
                                    </a:rPr>
                                    <m:t>𝜏</m:t>
                                  </m:r>
                                </m:sub>
                              </m:sSub>
                              <m:r>
                                <a:rPr lang="en-US" i="1" smtClean="0">
                                  <a:latin typeface="Cambria Math" panose="02040503050406030204" pitchFamily="18" charset="0"/>
                                </a:rPr>
                                <m:t>−</m:t>
                              </m:r>
                              <m:r>
                                <a:rPr lang="en-US" i="1" smtClean="0">
                                  <a:latin typeface="Cambria Math" panose="02040503050406030204" pitchFamily="18" charset="0"/>
                                </a:rPr>
                                <m:t>𝜇</m:t>
                              </m:r>
                            </m:e>
                          </m:d>
                        </m:e>
                      </m:d>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𝑐</m:t>
                          </m:r>
                        </m:e>
                        <m:sub>
                          <m:r>
                            <a:rPr lang="en-US" i="1" smtClean="0">
                              <a:latin typeface="Cambria Math" panose="02040503050406030204" pitchFamily="18" charset="0"/>
                            </a:rPr>
                            <m:t>𝜏</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𝑉𝑎𝑟</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r>
                                <a:rPr lang="en-US" i="1" dirty="0" smtClean="0">
                                  <a:latin typeface="Cambria Math" panose="02040503050406030204" pitchFamily="18" charset="0"/>
                                </a:rPr>
                                <m:t>𝑡</m:t>
                              </m:r>
                            </m:sub>
                          </m:sSub>
                        </m:e>
                      </m:d>
                      <m:r>
                        <a:rPr lang="en-US" i="0" dirty="0" smtClean="0">
                          <a:latin typeface="Cambria Math" panose="02040503050406030204" pitchFamily="18" charset="0"/>
                        </a:rPr>
                        <m:t>=</m:t>
                      </m:r>
                      <m:r>
                        <a:rPr lang="en-US" i="0" dirty="0" smtClean="0">
                          <a:latin typeface="Cambria Math" panose="02040503050406030204" pitchFamily="18" charset="0"/>
                        </a:rPr>
                        <m:t>𝔼</m:t>
                      </m:r>
                      <m:d>
                        <m:dPr>
                          <m:endChr m:val=""/>
                          <m:ctrlPr>
                            <a:rPr lang="en-US" i="1" dirty="0" smtClean="0">
                              <a:latin typeface="Cambria Math" panose="02040503050406030204" pitchFamily="18" charset="0"/>
                            </a:rPr>
                          </m:ctrlPr>
                        </m:dPr>
                        <m:e>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r>
                                    <a:rPr lang="en-US" i="1" dirty="0" smtClean="0">
                                      <a:latin typeface="Cambria Math" panose="02040503050406030204" pitchFamily="18" charset="0"/>
                                    </a:rPr>
                                    <m:t>𝑡</m:t>
                                  </m:r>
                                </m:sub>
                              </m:sSub>
                              <m:r>
                                <a:rPr lang="en-US" i="0" dirty="0" smtClean="0">
                                  <a:latin typeface="Cambria Math" panose="02040503050406030204" pitchFamily="18" charset="0"/>
                                </a:rPr>
                                <m:t>−</m:t>
                              </m:r>
                              <m:r>
                                <a:rPr lang="en-US" i="1" dirty="0" smtClean="0">
                                  <a:latin typeface="Cambria Math" panose="02040503050406030204" pitchFamily="18" charset="0"/>
                                </a:rPr>
                                <m:t>𝜇</m:t>
                              </m:r>
                              <m:sSup>
                                <m:sSupPr>
                                  <m:ctrlPr>
                                    <a:rPr lang="en-US" i="1" dirty="0" smtClean="0">
                                      <a:latin typeface="Cambria Math" panose="02040503050406030204" pitchFamily="18" charset="0"/>
                                    </a:rPr>
                                  </m:ctrlPr>
                                </m:sSupPr>
                                <m:e>
                                  <m:d>
                                    <m:dPr>
                                      <m:begChr m:val=""/>
                                      <m:endChr m:val=""/>
                                      <m:ctrlPr>
                                        <a:rPr lang="en-US" i="1" dirty="0" smtClean="0">
                                          <a:latin typeface="Cambria Math" panose="02040503050406030204" pitchFamily="18" charset="0"/>
                                        </a:rPr>
                                      </m:ctrlPr>
                                    </m:dPr>
                                    <m:e>
                                      <m:r>
                                        <a:rPr lang="en-US" i="0" dirty="0" smtClean="0">
                                          <a:latin typeface="Cambria Math" panose="02040503050406030204" pitchFamily="18" charset="0"/>
                                        </a:rPr>
                                        <m:t>)</m:t>
                                      </m:r>
                                    </m:e>
                                  </m:d>
                                </m:e>
                                <m:sup>
                                  <m:r>
                                    <a:rPr lang="en-US" i="0" dirty="0" smtClean="0">
                                      <a:latin typeface="Cambria Math" panose="02040503050406030204" pitchFamily="18" charset="0"/>
                                    </a:rPr>
                                    <m:t>2</m:t>
                                  </m:r>
                                </m:sup>
                              </m:sSup>
                            </m:e>
                          </m:d>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𝑐</m:t>
                              </m:r>
                            </m:e>
                            <m:sub>
                              <m:r>
                                <a:rPr lang="en-US" i="0" dirty="0" smtClean="0">
                                  <a:latin typeface="Cambria Math" panose="02040503050406030204" pitchFamily="18" charset="0"/>
                                </a:rPr>
                                <m:t>0</m:t>
                              </m:r>
                            </m:sub>
                          </m:sSub>
                          <m:r>
                            <a:rPr lang="en-US" i="0"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𝜎</m:t>
                              </m:r>
                            </m:e>
                            <m:sup>
                              <m:r>
                                <a:rPr lang="en-US" i="0" dirty="0" smtClean="0">
                                  <a:latin typeface="Cambria Math" panose="02040503050406030204" pitchFamily="18" charset="0"/>
                                </a:rPr>
                                <m:t>2</m:t>
                              </m:r>
                            </m:sup>
                          </m:sSup>
                        </m:e>
                      </m:d>
                    </m:oMath>
                  </m:oMathPara>
                </a14:m>
                <a:endParaRPr lang="en-US" dirty="0"/>
              </a:p>
              <a:p>
                <a:r>
                  <a:rPr lang="en-US" dirty="0"/>
                  <a:t>That is there is no trend, seasonality or irregularity! In principle, we have assumed and want to continue assuming noise to be stationary</a:t>
                </a:r>
              </a:p>
              <a:p>
                <a:r>
                  <a:rPr lang="en-US" dirty="0"/>
                  <a:t>Why are we talking about this? We want to predict noise in future. But noise is stochastic and if the statistical properties namely mean and covariance matrix change with time, we cannot predict it!</a:t>
                </a:r>
              </a:p>
            </p:txBody>
          </p:sp>
        </mc:Choice>
        <mc:Fallback xmlns="">
          <p:sp>
            <p:nvSpPr>
              <p:cNvPr id="3" name="Content Placeholder 2">
                <a:extLst>
                  <a:ext uri="{FF2B5EF4-FFF2-40B4-BE49-F238E27FC236}">
                    <a16:creationId xmlns:a16="http://schemas.microsoft.com/office/drawing/2014/main" id="{502CBC33-1DC7-E63D-E302-4D65A03EE476}"/>
                  </a:ext>
                </a:extLst>
              </p:cNvPr>
              <p:cNvSpPr>
                <a:spLocks noGrp="1" noRot="1" noChangeAspect="1" noMove="1" noResize="1" noEditPoints="1" noAdjustHandles="1" noChangeArrowheads="1" noChangeShapeType="1" noTextEdit="1"/>
              </p:cNvSpPr>
              <p:nvPr>
                <p:ph idx="1"/>
              </p:nvPr>
            </p:nvSpPr>
            <p:spPr>
              <a:blipFill>
                <a:blip r:embed="rId2"/>
                <a:stretch>
                  <a:fillRect l="-749" t="-707" r="-749"/>
                </a:stretch>
              </a:blipFill>
            </p:spPr>
            <p:txBody>
              <a:bodyPr/>
              <a:lstStyle/>
              <a:p>
                <a:r>
                  <a:rPr lang="en-IN">
                    <a:noFill/>
                  </a:rPr>
                  <a:t> </a:t>
                </a:r>
              </a:p>
            </p:txBody>
          </p:sp>
        </mc:Fallback>
      </mc:AlternateContent>
    </p:spTree>
    <p:extLst>
      <p:ext uri="{BB962C8B-B14F-4D97-AF65-F5344CB8AC3E}">
        <p14:creationId xmlns:p14="http://schemas.microsoft.com/office/powerpoint/2010/main" val="443662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65319-E1B6-4C95-4E65-0AA07297D820}"/>
              </a:ext>
            </a:extLst>
          </p:cNvPr>
          <p:cNvSpPr>
            <a:spLocks noGrp="1"/>
          </p:cNvSpPr>
          <p:nvPr>
            <p:ph type="title"/>
          </p:nvPr>
        </p:nvSpPr>
        <p:spPr/>
        <p:txBody>
          <a:bodyPr/>
          <a:lstStyle/>
          <a:p>
            <a:r>
              <a:rPr lang="en-US" dirty="0"/>
              <a:t>Time series stationarity</a:t>
            </a:r>
            <a:endParaRPr lang="en-IN" dirty="0"/>
          </a:p>
        </p:txBody>
      </p:sp>
      <p:pic>
        <p:nvPicPr>
          <p:cNvPr id="1026" name="Picture 2">
            <a:extLst>
              <a:ext uri="{FF2B5EF4-FFF2-40B4-BE49-F238E27FC236}">
                <a16:creationId xmlns:a16="http://schemas.microsoft.com/office/drawing/2014/main" id="{F8457B2D-1034-0A78-BAE2-D8761273B2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28" t="8709" r="8038" b="7261"/>
          <a:stretch/>
        </p:blipFill>
        <p:spPr bwMode="auto">
          <a:xfrm>
            <a:off x="1799395" y="1182022"/>
            <a:ext cx="8405761" cy="55969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C660BA2-1D79-ED15-4F73-A6B14E2B5E55}"/>
              </a:ext>
            </a:extLst>
          </p:cNvPr>
          <p:cNvSpPr txBox="1"/>
          <p:nvPr/>
        </p:nvSpPr>
        <p:spPr>
          <a:xfrm>
            <a:off x="948267" y="741872"/>
            <a:ext cx="10092266" cy="369332"/>
          </a:xfrm>
          <a:prstGeom prst="rect">
            <a:avLst/>
          </a:prstGeom>
          <a:noFill/>
        </p:spPr>
        <p:txBody>
          <a:bodyPr wrap="square" rtlCol="0">
            <a:spAutoFit/>
          </a:bodyPr>
          <a:lstStyle/>
          <a:p>
            <a:r>
              <a:rPr lang="en-US" dirty="0"/>
              <a:t>Which of the time series is stationary?</a:t>
            </a:r>
          </a:p>
        </p:txBody>
      </p:sp>
    </p:spTree>
    <p:extLst>
      <p:ext uri="{BB962C8B-B14F-4D97-AF65-F5344CB8AC3E}">
        <p14:creationId xmlns:p14="http://schemas.microsoft.com/office/powerpoint/2010/main" val="857765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0C5B-0B2D-A65F-1E7E-633ED4950B2E}"/>
              </a:ext>
            </a:extLst>
          </p:cNvPr>
          <p:cNvSpPr>
            <a:spLocks noGrp="1"/>
          </p:cNvSpPr>
          <p:nvPr>
            <p:ph type="title"/>
          </p:nvPr>
        </p:nvSpPr>
        <p:spPr/>
        <p:txBody>
          <a:bodyPr/>
          <a:lstStyle/>
          <a:p>
            <a:r>
              <a:rPr lang="en-US" dirty="0"/>
              <a:t>Time series stationarity</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036EC5-FB3B-464B-6D56-02B2CC79CBCD}"/>
                  </a:ext>
                </a:extLst>
              </p:cNvPr>
              <p:cNvSpPr>
                <a:spLocks noGrp="1"/>
              </p:cNvSpPr>
              <p:nvPr>
                <p:ph idx="1"/>
              </p:nvPr>
            </p:nvSpPr>
            <p:spPr/>
            <p:txBody>
              <a:bodyPr/>
              <a:lstStyle/>
              <a:p>
                <a:r>
                  <a:rPr lang="en-US" dirty="0"/>
                  <a:t>Note that in this case, essentially,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endParaRPr lang="en-IN" dirty="0"/>
              </a:p>
              <a:p>
                <a:r>
                  <a:rPr lang="en-IN" dirty="0"/>
                  <a:t>But our time series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oMath>
                </a14:m>
                <a:r>
                  <a:rPr lang="en-IN" dirty="0"/>
                  <a:t> is not necessarily stationary</a:t>
                </a:r>
              </a:p>
              <a:p>
                <a:r>
                  <a:rPr lang="en-IN" dirty="0"/>
                  <a:t>We will therefore “</a:t>
                </a:r>
                <a:r>
                  <a:rPr lang="en-IN" dirty="0" err="1"/>
                  <a:t>stationarize</a:t>
                </a:r>
                <a:r>
                  <a:rPr lang="en-IN" dirty="0"/>
                  <a:t>” the time series</a:t>
                </a:r>
              </a:p>
              <a:p>
                <a:r>
                  <a:rPr lang="en-IN" dirty="0"/>
                  <a:t>Here is how we can do it:</a:t>
                </a:r>
              </a:p>
              <a:p>
                <a:pPr lvl="1"/>
                <a:r>
                  <a:rPr lang="en-IN" dirty="0"/>
                  <a:t>First determine the BLUE of our model of time series: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endParaRPr lang="en-US" b="0" dirty="0"/>
              </a:p>
              <a:p>
                <a:pPr lvl="1"/>
                <a:r>
                  <a:rPr lang="en-IN" dirty="0"/>
                  <a:t>Then we can reconstruct time series as: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Y</m:t>
                        </m:r>
                      </m:e>
                    </m:acc>
                    <m:r>
                      <a:rPr lang="en-US" b="0" i="1" dirty="0" smtClean="0">
                        <a:latin typeface="Cambria Math" panose="02040503050406030204" pitchFamily="18" charset="0"/>
                      </a:rPr>
                      <m:t>=</m:t>
                    </m:r>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endParaRPr lang="en-US" b="0" dirty="0"/>
              </a:p>
              <a:p>
                <a:pPr lvl="1"/>
                <a:r>
                  <a:rPr lang="en-IN" dirty="0"/>
                  <a:t>Then we will remove all the trends, seasonality and offsets as</a:t>
                </a:r>
              </a:p>
              <a:p>
                <a:pPr marL="457200" lvl="1" indent="0">
                  <a:buNone/>
                </a:pPr>
                <a:r>
                  <a:rPr lang="en-IN" dirty="0"/>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𝜖</m:t>
                        </m:r>
                      </m:e>
                    </m:acc>
                    <m:r>
                      <a:rPr lang="en-US" b="0" i="1" dirty="0" smtClean="0">
                        <a:latin typeface="Cambria Math" panose="02040503050406030204" pitchFamily="18" charset="0"/>
                      </a:rPr>
                      <m:t>=</m:t>
                    </m:r>
                    <m:r>
                      <a:rPr lang="en-US" b="0" i="1" dirty="0" smtClean="0">
                        <a:latin typeface="Cambria Math" panose="02040503050406030204" pitchFamily="18" charset="0"/>
                      </a:rPr>
                      <m:t>𝑌</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𝑌</m:t>
                        </m:r>
                      </m:e>
                    </m:acc>
                    <m:r>
                      <a:rPr lang="en-US" b="0" i="1" dirty="0" smtClean="0">
                        <a:latin typeface="Cambria Math" panose="02040503050406030204" pitchFamily="18" charset="0"/>
                      </a:rPr>
                      <m:t>=</m:t>
                    </m:r>
                    <m:r>
                      <a:rPr lang="en-US" b="0" i="1" dirty="0" smtClean="0">
                        <a:latin typeface="Cambria Math" panose="02040503050406030204" pitchFamily="18" charset="0"/>
                      </a:rPr>
                      <m:t>𝑌</m:t>
                    </m:r>
                    <m:r>
                      <a:rPr lang="en-US" b="0" i="1" dirty="0" smtClean="0">
                        <a:latin typeface="Cambria Math" panose="02040503050406030204" pitchFamily="18" charset="0"/>
                      </a:rPr>
                      <m:t>−</m:t>
                    </m:r>
                    <m:r>
                      <a:rPr lang="en-US" b="0" i="1" dirty="0" smtClean="0">
                        <a:latin typeface="Cambria Math" panose="02040503050406030204" pitchFamily="18" charset="0"/>
                      </a:rPr>
                      <m:t>𝐴</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𝑋</m:t>
                        </m:r>
                      </m:e>
                    </m:acc>
                  </m:oMath>
                </a14:m>
                <a:endParaRPr lang="en-IN" dirty="0"/>
              </a:p>
              <a:p>
                <a:pPr lvl="1"/>
                <a:r>
                  <a:rPr lang="en-IN" dirty="0"/>
                  <a:t>This is stationary!</a:t>
                </a:r>
              </a:p>
              <a:p>
                <a:pPr lvl="1"/>
                <a:r>
                  <a:rPr lang="en-IN" dirty="0"/>
                  <a:t>We will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𝜖</m:t>
                        </m:r>
                      </m:e>
                    </m:acc>
                  </m:oMath>
                </a14:m>
                <a:r>
                  <a:rPr lang="en-IN" dirty="0"/>
                  <a:t> and use it for further statistical processing</a:t>
                </a:r>
              </a:p>
            </p:txBody>
          </p:sp>
        </mc:Choice>
        <mc:Fallback xmlns="">
          <p:sp>
            <p:nvSpPr>
              <p:cNvPr id="3" name="Content Placeholder 2">
                <a:extLst>
                  <a:ext uri="{FF2B5EF4-FFF2-40B4-BE49-F238E27FC236}">
                    <a16:creationId xmlns:a16="http://schemas.microsoft.com/office/drawing/2014/main" id="{63036EC5-FB3B-464B-6D56-02B2CC79CBCD}"/>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2356997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0D06-ADF8-2400-7404-52A194B0809D}"/>
              </a:ext>
            </a:extLst>
          </p:cNvPr>
          <p:cNvSpPr>
            <a:spLocks noGrp="1"/>
          </p:cNvSpPr>
          <p:nvPr>
            <p:ph type="title"/>
          </p:nvPr>
        </p:nvSpPr>
        <p:spPr/>
        <p:txBody>
          <a:bodyPr/>
          <a:lstStyle/>
          <a:p>
            <a:r>
              <a:rPr lang="en-US" dirty="0"/>
              <a:t>AND THEN WHAT?</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7D2668-E630-1196-100D-87C73566912F}"/>
                  </a:ext>
                </a:extLst>
              </p:cNvPr>
              <p:cNvSpPr>
                <a:spLocks noGrp="1"/>
              </p:cNvSpPr>
              <p:nvPr>
                <p:ph idx="1"/>
              </p:nvPr>
            </p:nvSpPr>
            <p:spPr/>
            <p:txBody>
              <a:bodyPr/>
              <a:lstStyle/>
              <a:p>
                <a:r>
                  <a:rPr lang="en-US" dirty="0"/>
                  <a:t>The overall flow would look like this:</a:t>
                </a:r>
              </a:p>
              <a:p>
                <a:r>
                  <a:rPr lang="en-US" dirty="0"/>
                  <a:t>Collect time series </a:t>
                </a:r>
                <a14:m>
                  <m:oMath xmlns:m="http://schemas.openxmlformats.org/officeDocument/2006/math">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US" b="0" dirty="0"/>
              </a:p>
              <a:p>
                <a:r>
                  <a:rPr lang="en-IN" dirty="0"/>
                  <a:t>Estimate BLUE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endParaRPr lang="en-IN" dirty="0"/>
              </a:p>
              <a:p>
                <a:r>
                  <a:rPr lang="en-IN" dirty="0"/>
                  <a:t>Estimate signal of interest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endParaRPr lang="en-IN" dirty="0"/>
              </a:p>
              <a:p>
                <a:r>
                  <a:rPr lang="en-IN" dirty="0"/>
                  <a:t>Remove signal of interest and get the stationary part,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𝜖</m:t>
                        </m:r>
                      </m:e>
                    </m:acc>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IN" dirty="0"/>
                  <a:t> and model noise</a:t>
                </a:r>
              </a:p>
              <a:p>
                <a:r>
                  <a:rPr lang="en-IN" dirty="0"/>
                  <a:t>Predict signal of interest: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𝑆𝑝</m:t>
                            </m:r>
                          </m:sub>
                        </m:sSub>
                      </m:e>
                    </m:acc>
                    <m:r>
                      <a:rPr lang="en-US" b="0" i="1" dirty="0" smtClean="0">
                        <a:latin typeface="Cambria Math" panose="02040503050406030204" pitchFamily="18" charset="0"/>
                      </a:rPr>
                      <m:t>=</m:t>
                    </m:r>
                    <m:r>
                      <a:rPr lang="en-US" b="0" i="1" dirty="0" smtClean="0">
                        <a:latin typeface="Cambria Math" panose="02040503050406030204" pitchFamily="18" charset="0"/>
                      </a:rPr>
                      <m:t>𝐴</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𝑋</m:t>
                        </m:r>
                      </m:e>
                    </m:acc>
                  </m:oMath>
                </a14:m>
                <a:endParaRPr lang="en-IN" dirty="0"/>
              </a:p>
              <a:p>
                <a:r>
                  <a:rPr lang="en-IN" dirty="0"/>
                  <a:t>Predict noise: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𝑝</m:t>
                            </m:r>
                          </m:sub>
                        </m:sSub>
                      </m:e>
                    </m:acc>
                  </m:oMath>
                </a14:m>
                <a:endParaRPr lang="en-IN" dirty="0"/>
              </a:p>
              <a:p>
                <a:r>
                  <a:rPr lang="en-IN" dirty="0"/>
                  <a:t>Predict future time series: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𝑝</m:t>
                            </m:r>
                          </m:sub>
                        </m:sSub>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𝑌</m:t>
                            </m:r>
                          </m:e>
                          <m:sub>
                            <m:r>
                              <a:rPr lang="en-US" b="0" i="1" dirty="0" smtClean="0">
                                <a:latin typeface="Cambria Math" panose="02040503050406030204" pitchFamily="18" charset="0"/>
                              </a:rPr>
                              <m:t>𝑆𝑝</m:t>
                            </m:r>
                          </m:sub>
                        </m:sSub>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𝜖</m:t>
                            </m:r>
                          </m:e>
                          <m:sub>
                            <m:r>
                              <a:rPr lang="en-US" b="0" i="1" dirty="0" smtClean="0">
                                <a:latin typeface="Cambria Math" panose="02040503050406030204" pitchFamily="18" charset="0"/>
                              </a:rPr>
                              <m:t>𝑝</m:t>
                            </m:r>
                          </m:sub>
                        </m:sSub>
                      </m:e>
                    </m:acc>
                    <m:r>
                      <a:rPr lang="en-US" b="0" i="1" dirty="0" smtClean="0">
                        <a:latin typeface="Cambria Math" panose="02040503050406030204" pitchFamily="18" charset="0"/>
                      </a:rPr>
                      <m:t>=</m:t>
                    </m:r>
                    <m:r>
                      <a:rPr lang="en-US" i="1" dirty="0">
                        <a:latin typeface="Cambria Math" panose="02040503050406030204" pitchFamily="18" charset="0"/>
                      </a:rPr>
                      <m:t>𝐴</m:t>
                    </m:r>
                    <m:acc>
                      <m:accPr>
                        <m:chr m:val="̂"/>
                        <m:ctrlPr>
                          <a:rPr lang="en-US" i="1" dirty="0">
                            <a:latin typeface="Cambria Math" panose="02040503050406030204" pitchFamily="18" charset="0"/>
                          </a:rPr>
                        </m:ctrlPr>
                      </m:accPr>
                      <m:e>
                        <m:r>
                          <a:rPr lang="en-US" i="1" dirty="0">
                            <a:latin typeface="Cambria Math" panose="02040503050406030204" pitchFamily="18" charset="0"/>
                          </a:rPr>
                          <m:t>𝑋</m:t>
                        </m:r>
                      </m:e>
                    </m:acc>
                    <m:r>
                      <a:rPr lang="en-US" b="0" i="1" dirty="0"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𝑝</m:t>
                            </m:r>
                          </m:sub>
                        </m:sSub>
                      </m:e>
                    </m:acc>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E17D2668-E630-1196-100D-87C73566912F}"/>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98053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93C5-FC61-F8DC-9DBA-D967753715B3}"/>
              </a:ext>
            </a:extLst>
          </p:cNvPr>
          <p:cNvSpPr>
            <a:spLocks noGrp="1"/>
          </p:cNvSpPr>
          <p:nvPr>
            <p:ph type="title"/>
          </p:nvPr>
        </p:nvSpPr>
        <p:spPr/>
        <p:txBody>
          <a:bodyPr/>
          <a:lstStyle/>
          <a:p>
            <a:r>
              <a:rPr lang="en-US" dirty="0"/>
              <a:t>Autocovariance function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789CB3-0CDC-0E2E-2FD0-42A6FB1325D7}"/>
                  </a:ext>
                </a:extLst>
              </p:cNvPr>
              <p:cNvSpPr>
                <a:spLocks noGrp="1"/>
              </p:cNvSpPr>
              <p:nvPr>
                <p:ph idx="1"/>
              </p:nvPr>
            </p:nvSpPr>
            <p:spPr/>
            <p:txBody>
              <a:bodyPr/>
              <a:lstStyle/>
              <a:p>
                <a:r>
                  <a:rPr lang="en-US" dirty="0"/>
                  <a:t>Before we model noise, let us quickly look at autocovariance function</a:t>
                </a:r>
              </a:p>
              <a:p>
                <a:r>
                  <a:rPr lang="en-US" dirty="0"/>
                  <a:t>If I have a stationary time series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𝑚</m:t>
                                </m:r>
                              </m:sub>
                            </m:sSub>
                          </m:e>
                        </m:d>
                      </m:e>
                      <m:sup>
                        <m:r>
                          <a:rPr lang="en-US" b="0" i="1" smtClean="0">
                            <a:latin typeface="Cambria Math" panose="02040503050406030204" pitchFamily="18" charset="0"/>
                          </a:rPr>
                          <m:t>𝑇</m:t>
                        </m:r>
                      </m:sup>
                    </m:sSup>
                  </m:oMath>
                </a14:m>
                <a:r>
                  <a:rPr lang="en-IN" dirty="0"/>
                  <a:t> with mean </a:t>
                </a:r>
                <a14:m>
                  <m:oMath xmlns:m="http://schemas.openxmlformats.org/officeDocument/2006/math">
                    <m:r>
                      <a:rPr lang="en-IN" i="1">
                        <a:latin typeface="Cambria Math" panose="02040503050406030204" pitchFamily="18" charset="0"/>
                      </a:rPr>
                      <m:t>𝔼</m:t>
                    </m:r>
                    <m:r>
                      <a:rPr lang="en-IN" i="1">
                        <a:latin typeface="Cambria Math" panose="02040503050406030204" pitchFamily="18" charset="0"/>
                      </a:rPr>
                      <m:t>(</m:t>
                    </m:r>
                    <m:r>
                      <a:rPr lang="en-IN" i="1">
                        <a:latin typeface="Cambria Math" panose="02040503050406030204" pitchFamily="18" charset="0"/>
                      </a:rPr>
                      <m:t>𝑆</m:t>
                    </m:r>
                    <m:r>
                      <a:rPr lang="en-IN" i="1">
                        <a:latin typeface="Cambria Math" panose="02040503050406030204" pitchFamily="18" charset="0"/>
                      </a:rPr>
                      <m:t>)=</m:t>
                    </m:r>
                    <m:r>
                      <a:rPr lang="en-IN" i="1">
                        <a:latin typeface="Cambria Math" panose="02040503050406030204" pitchFamily="18" charset="0"/>
                      </a:rPr>
                      <m:t>𝜇</m:t>
                    </m:r>
                  </m:oMath>
                </a14:m>
                <a:endParaRPr lang="en-IN" dirty="0"/>
              </a:p>
              <a:p>
                <a:pPr marL="0" indent="0">
                  <a:buNone/>
                </a:pPr>
                <a:r>
                  <a:rPr lang="en-IN" dirty="0"/>
                  <a:t>and </a:t>
                </a:r>
                <a14:m>
                  <m:oMath xmlns:m="http://schemas.openxmlformats.org/officeDocument/2006/math">
                    <m:r>
                      <a:rPr lang="en-IN" i="1" kern="100" smtClean="0">
                        <a:effectLst/>
                        <a:latin typeface="Cambria Math" panose="02040503050406030204" pitchFamily="18" charset="0"/>
                        <a:ea typeface="Aptos" panose="020B0004020202020204" pitchFamily="34" charset="0"/>
                        <a:cs typeface="Tunga" panose="020B0502040204020203" pitchFamily="34" charset="0"/>
                      </a:rPr>
                      <m:t>𝑉𝑎𝑟</m:t>
                    </m:r>
                    <m:r>
                      <a:rPr lang="en-IN" i="1" kern="100" smtClean="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𝑖</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𝜎</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oMath>
                </a14:m>
                <a:r>
                  <a:rPr lang="en-IN" kern="100" dirty="0">
                    <a:effectLst/>
                    <a:ea typeface="Aptos" panose="020B0004020202020204" pitchFamily="34" charset="0"/>
                    <a:cs typeface="Tunga" panose="020B0502040204020203" pitchFamily="34" charset="0"/>
                  </a:rPr>
                  <a:t>, then autocovariance function is defined as</a:t>
                </a:r>
              </a:p>
              <a:p>
                <a:pPr marL="0" indent="0">
                  <a:buNone/>
                </a:pPr>
                <a14:m>
                  <m:oMathPara xmlns:m="http://schemas.openxmlformats.org/officeDocument/2006/math">
                    <m:oMathParaPr>
                      <m:jc m:val="centerGroup"/>
                    </m:oMathParaPr>
                    <m:oMath xmlns:m="http://schemas.openxmlformats.org/officeDocument/2006/math">
                      <m:r>
                        <a:rPr lang="en-IN" i="1" kern="100" smtClean="0">
                          <a:effectLst/>
                          <a:latin typeface="Cambria Math" panose="02040503050406030204" pitchFamily="18" charset="0"/>
                          <a:ea typeface="Aptos" panose="020B0004020202020204" pitchFamily="34" charset="0"/>
                          <a:cs typeface="Tunga" panose="020B0502040204020203" pitchFamily="34" charset="0"/>
                        </a:rPr>
                        <m:t>𝐶𝑜𝑣</m:t>
                      </m:r>
                      <m:r>
                        <a:rPr lang="en-IN" i="1" kern="100" smtClean="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𝜇</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𝑐</m:t>
                          </m:r>
                        </m:e>
                        <m:sub>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oMath>
                  </m:oMathPara>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14:m>
                  <m:oMathPara xmlns:m="http://schemas.openxmlformats.org/officeDocument/2006/math">
                    <m:oMathParaPr>
                      <m:jc m:val="center"/>
                    </m:oMathParaPr>
                    <m:oMath xmlns:m="http://schemas.openxmlformats.org/officeDocument/2006/math">
                      <m:eqArr>
                        <m:eqArrPr>
                          <m:ctrlPr>
                            <a:rPr lang="en-IN" i="1" kern="100" smtClean="0">
                              <a:effectLst/>
                              <a:latin typeface="Cambria Math" panose="02040503050406030204" pitchFamily="18" charset="0"/>
                              <a:ea typeface="Aptos" panose="020B0004020202020204" pitchFamily="34" charset="0"/>
                              <a:cs typeface="Tunga" panose="020B0502040204020203" pitchFamily="34" charset="0"/>
                            </a:rPr>
                          </m:ctrlPr>
                        </m:eqArrPr>
                        <m:e>
                          <m:r>
                            <a:rPr lang="en-IN" i="1" kern="100">
                              <a:effectLst/>
                              <a:latin typeface="Cambria Math" panose="02040503050406030204" pitchFamily="18" charset="0"/>
                              <a:ea typeface="Aptos" panose="020B0004020202020204" pitchFamily="34" charset="0"/>
                              <a:cs typeface="Tunga" panose="020B0502040204020203" pitchFamily="34" charset="0"/>
                            </a:rPr>
                            <m:t>𝐶𝑜𝑣</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𝜇</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𝜇</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e>
                        <m:e>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)−2</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𝜇</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r>
                            <a:rPr lang="en-IN" i="1" kern="100">
                              <a:effectLst/>
                              <a:latin typeface="Cambria Math" panose="02040503050406030204" pitchFamily="18" charset="0"/>
                              <a:ea typeface="Aptos" panose="020B0004020202020204" pitchFamily="34" charset="0"/>
                              <a:cs typeface="Tunga" panose="020B0502040204020203" pitchFamily="34" charset="0"/>
                            </a:rPr>
                            <m:t>+</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𝜇</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e>
                        <m:e>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𝑡</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𝜇</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e>
                      </m:eqArr>
                    </m:oMath>
                  </m:oMathPara>
                </a14:m>
                <a:endParaRPr lang="en-IN" sz="1800"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endParaRPr lang="en-IN" kern="100" dirty="0">
                  <a:effectLst/>
                  <a:ea typeface="Aptos" panose="020B0004020202020204" pitchFamily="34" charset="0"/>
                  <a:cs typeface="Tunga" panose="020B0502040204020203" pitchFamily="34" charset="0"/>
                </a:endParaRPr>
              </a:p>
              <a:p>
                <a:pPr marL="0" indent="0">
                  <a:buNone/>
                </a:pPr>
                <a:endParaRPr lang="en-IN" dirty="0"/>
              </a:p>
            </p:txBody>
          </p:sp>
        </mc:Choice>
        <mc:Fallback xmlns="">
          <p:sp>
            <p:nvSpPr>
              <p:cNvPr id="3" name="Content Placeholder 2">
                <a:extLst>
                  <a:ext uri="{FF2B5EF4-FFF2-40B4-BE49-F238E27FC236}">
                    <a16:creationId xmlns:a16="http://schemas.microsoft.com/office/drawing/2014/main" id="{BB789CB3-0CDC-0E2E-2FD0-42A6FB1325D7}"/>
                  </a:ext>
                </a:extLst>
              </p:cNvPr>
              <p:cNvSpPr>
                <a:spLocks noGrp="1" noRot="1" noChangeAspect="1" noMove="1" noResize="1" noEditPoints="1" noAdjustHandles="1" noChangeArrowheads="1" noChangeShapeType="1" noTextEdit="1"/>
              </p:cNvSpPr>
              <p:nvPr>
                <p:ph idx="1"/>
              </p:nvPr>
            </p:nvSpPr>
            <p:spPr>
              <a:blipFill>
                <a:blip r:embed="rId2"/>
                <a:stretch>
                  <a:fillRect l="-864" t="-707"/>
                </a:stretch>
              </a:blipFill>
            </p:spPr>
            <p:txBody>
              <a:bodyPr/>
              <a:lstStyle/>
              <a:p>
                <a:r>
                  <a:rPr lang="en-IN">
                    <a:noFill/>
                  </a:rPr>
                  <a:t> </a:t>
                </a:r>
              </a:p>
            </p:txBody>
          </p:sp>
        </mc:Fallback>
      </mc:AlternateContent>
    </p:spTree>
    <p:extLst>
      <p:ext uri="{BB962C8B-B14F-4D97-AF65-F5344CB8AC3E}">
        <p14:creationId xmlns:p14="http://schemas.microsoft.com/office/powerpoint/2010/main" val="235788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E7F7C-A2E2-75BC-C76E-D45F33674605}"/>
              </a:ext>
            </a:extLst>
          </p:cNvPr>
          <p:cNvSpPr>
            <a:spLocks noGrp="1"/>
          </p:cNvSpPr>
          <p:nvPr>
            <p:ph type="title"/>
          </p:nvPr>
        </p:nvSpPr>
        <p:spPr/>
        <p:txBody>
          <a:bodyPr/>
          <a:lstStyle/>
          <a:p>
            <a:r>
              <a:rPr lang="en-US" dirty="0"/>
              <a:t>Autocovariance function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83F02E-426D-9F08-075C-957B49896E5F}"/>
                  </a:ext>
                </a:extLst>
              </p:cNvPr>
              <p:cNvSpPr>
                <a:spLocks noGrp="1"/>
              </p:cNvSpPr>
              <p:nvPr>
                <p:ph idx="1"/>
              </p:nvPr>
            </p:nvSpPr>
            <p:spPr>
              <a:xfrm>
                <a:off x="805491" y="749295"/>
                <a:ext cx="10581017" cy="5359410"/>
              </a:xfrm>
            </p:spPr>
            <p:txBody>
              <a:bodyPr>
                <a:normAutofit/>
              </a:bodyPr>
              <a:lstStyle/>
              <a:p>
                <a:r>
                  <a:rPr lang="en-US" dirty="0"/>
                  <a:t>It turns out </a:t>
                </a:r>
              </a:p>
              <a:p>
                <a:pPr marL="0" indent="0">
                  <a:lnSpc>
                    <a:spcPct val="115000"/>
                  </a:lnSpc>
                  <a:spcAft>
                    <a:spcPts val="800"/>
                  </a:spcAft>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𝐶𝑜𝑣</m:t>
                      </m:r>
                      <m:r>
                        <a:rPr lang="en-IN">
                          <a:latin typeface="Cambria Math" panose="02040503050406030204" pitchFamily="18" charset="0"/>
                        </a:rPr>
                        <m:t>(</m:t>
                      </m:r>
                      <m:sSub>
                        <m:sSubPr>
                          <m:ctrlPr>
                            <a:rPr lang="en-IN" i="1">
                              <a:latin typeface="Cambria Math" panose="02040503050406030204" pitchFamily="18" charset="0"/>
                            </a:rPr>
                          </m:ctrlPr>
                        </m:sSubPr>
                        <m:e>
                          <m:r>
                            <a:rPr lang="en-IN">
                              <a:latin typeface="Cambria Math" panose="02040503050406030204" pitchFamily="18" charset="0"/>
                            </a:rPr>
                            <m:t>𝑆</m:t>
                          </m:r>
                        </m:e>
                        <m:sub>
                          <m:r>
                            <a:rPr lang="en-IN">
                              <a:latin typeface="Cambria Math" panose="02040503050406030204" pitchFamily="18" charset="0"/>
                            </a:rPr>
                            <m:t>𝑡</m:t>
                          </m:r>
                          <m:r>
                            <a:rPr lang="en-IN">
                              <a:latin typeface="Cambria Math" panose="02040503050406030204" pitchFamily="18" charset="0"/>
                            </a:rPr>
                            <m:t>+</m:t>
                          </m:r>
                          <m:r>
                            <a:rPr lang="en-IN">
                              <a:latin typeface="Cambria Math" panose="02040503050406030204" pitchFamily="18" charset="0"/>
                            </a:rPr>
                            <m:t>𝜏</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a:latin typeface="Cambria Math" panose="02040503050406030204" pitchFamily="18" charset="0"/>
                            </a:rPr>
                            <m:t>𝑆</m:t>
                          </m:r>
                        </m:e>
                        <m:sub>
                          <m:r>
                            <a:rPr lang="en-IN">
                              <a:latin typeface="Cambria Math" panose="02040503050406030204" pitchFamily="18" charset="0"/>
                            </a:rPr>
                            <m:t>𝑡</m:t>
                          </m:r>
                        </m:sub>
                      </m:sSub>
                      <m:r>
                        <a:rPr lang="en-IN">
                          <a:latin typeface="Cambria Math" panose="02040503050406030204" pitchFamily="18" charset="0"/>
                        </a:rPr>
                        <m:t>)=</m:t>
                      </m:r>
                      <m:r>
                        <a:rPr lang="en-IN">
                          <a:latin typeface="Cambria Math" panose="02040503050406030204" pitchFamily="18" charset="0"/>
                        </a:rPr>
                        <m:t>𝐶𝑜𝑣</m:t>
                      </m:r>
                      <m:r>
                        <a:rPr lang="en-IN">
                          <a:latin typeface="Cambria Math" panose="02040503050406030204" pitchFamily="18" charset="0"/>
                        </a:rPr>
                        <m:t>(</m:t>
                      </m:r>
                      <m:sSub>
                        <m:sSubPr>
                          <m:ctrlPr>
                            <a:rPr lang="en-IN" i="1">
                              <a:latin typeface="Cambria Math" panose="02040503050406030204" pitchFamily="18" charset="0"/>
                            </a:rPr>
                          </m:ctrlPr>
                        </m:sSubPr>
                        <m:e>
                          <m:r>
                            <a:rPr lang="en-IN">
                              <a:latin typeface="Cambria Math" panose="02040503050406030204" pitchFamily="18" charset="0"/>
                            </a:rPr>
                            <m:t>𝑆</m:t>
                          </m:r>
                        </m:e>
                        <m:sub>
                          <m:r>
                            <a:rPr lang="en-IN">
                              <a:latin typeface="Cambria Math" panose="02040503050406030204" pitchFamily="18" charset="0"/>
                            </a:rPr>
                            <m:t>𝑡</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a:latin typeface="Cambria Math" panose="02040503050406030204" pitchFamily="18" charset="0"/>
                            </a:rPr>
                            <m:t>𝑆</m:t>
                          </m:r>
                        </m:e>
                        <m:sub>
                          <m:r>
                            <a:rPr lang="en-IN">
                              <a:latin typeface="Cambria Math" panose="02040503050406030204" pitchFamily="18" charset="0"/>
                            </a:rPr>
                            <m:t>𝑡</m:t>
                          </m:r>
                          <m:r>
                            <a:rPr lang="en-IN">
                              <a:latin typeface="Cambria Math" panose="02040503050406030204" pitchFamily="18" charset="0"/>
                            </a:rPr>
                            <m:t>−</m:t>
                          </m:r>
                          <m:r>
                            <a:rPr lang="en-IN">
                              <a:latin typeface="Cambria Math" panose="02040503050406030204" pitchFamily="18" charset="0"/>
                            </a:rPr>
                            <m:t>𝜏</m:t>
                          </m:r>
                        </m:sub>
                      </m:sSub>
                      <m:r>
                        <a:rPr lang="en-IN">
                          <a:latin typeface="Cambria Math" panose="02040503050406030204" pitchFamily="18" charset="0"/>
                        </a:rPr>
                        <m:t>)</m:t>
                      </m:r>
                    </m:oMath>
                  </m:oMathPara>
                </a14:m>
                <a:endParaRPr lang="en-IN" dirty="0"/>
              </a:p>
              <a:p>
                <a:r>
                  <a:rPr lang="en-IN" dirty="0"/>
                  <a:t>Thus the covariance matrix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IN" dirty="0"/>
                  <a:t> is</a:t>
                </a:r>
              </a:p>
              <a:p>
                <a:pPr marL="0" indent="0">
                  <a:buNone/>
                </a:pPr>
                <a14:m>
                  <m:oMathPara xmlns:m="http://schemas.openxmlformats.org/officeDocument/2006/math">
                    <m:oMathParaPr>
                      <m:jc m:val="centerGroup"/>
                    </m:oMathParaPr>
                    <m:oMath xmlns:m="http://schemas.openxmlformats.org/officeDocument/2006/math">
                      <m:sSub>
                        <m:sSubPr>
                          <m:ctrlPr>
                            <a:rPr lang="en-IN" i="1" smtClean="0">
                              <a:effectLst/>
                              <a:latin typeface="Cambria Math" panose="02040503050406030204" pitchFamily="18" charset="0"/>
                            </a:rPr>
                          </m:ctrlPr>
                        </m:sSubPr>
                        <m:e>
                          <m:r>
                            <m:rPr>
                              <m:sty m:val="p"/>
                            </m:rPr>
                            <a:rPr lang="en-IN">
                              <a:effectLst/>
                              <a:latin typeface="Cambria Math" panose="02040503050406030204" pitchFamily="18" charset="0"/>
                              <a:ea typeface="Aptos" panose="020B0004020202020204" pitchFamily="34" charset="0"/>
                              <a:cs typeface="Tunga" panose="020B0502040204020203" pitchFamily="34" charset="0"/>
                            </a:rPr>
                            <m:t>Σ</m:t>
                          </m:r>
                        </m:e>
                        <m:sub>
                          <m:r>
                            <a:rPr lang="en-IN" i="1">
                              <a:effectLst/>
                              <a:latin typeface="Cambria Math" panose="02040503050406030204" pitchFamily="18" charset="0"/>
                              <a:ea typeface="Aptos" panose="020B0004020202020204" pitchFamily="34" charset="0"/>
                              <a:cs typeface="Tunga" panose="020B0502040204020203" pitchFamily="34" charset="0"/>
                            </a:rPr>
                            <m:t>𝑆</m:t>
                          </m:r>
                        </m:sub>
                      </m:sSub>
                      <m:r>
                        <a:rPr lang="en-IN" i="1">
                          <a:effectLst/>
                          <a:latin typeface="Cambria Math" panose="02040503050406030204" pitchFamily="18" charset="0"/>
                          <a:ea typeface="Aptos" panose="020B0004020202020204" pitchFamily="34" charset="0"/>
                          <a:cs typeface="Tunga" panose="020B0502040204020203" pitchFamily="34" charset="0"/>
                        </a:rPr>
                        <m:t>=</m:t>
                      </m:r>
                      <m:d>
                        <m:dPr>
                          <m:begChr m:val="["/>
                          <m:endChr m:val="]"/>
                          <m:ctrlPr>
                            <a:rPr lang="en-IN" i="1">
                              <a:effectLst/>
                              <a:latin typeface="Cambria Math" panose="02040503050406030204" pitchFamily="18" charset="0"/>
                            </a:rPr>
                          </m:ctrlPr>
                        </m:dPr>
                        <m:e>
                          <m:m>
                            <m:mPr>
                              <m:plcHide m:val="on"/>
                              <m:mcs>
                                <m:mc>
                                  <m:mcPr>
                                    <m:count m:val="5"/>
                                    <m:mcJc m:val="center"/>
                                  </m:mcPr>
                                </m:mc>
                              </m:mcs>
                              <m:ctrlPr>
                                <a:rPr lang="en-IN" i="1">
                                  <a:effectLst/>
                                  <a:latin typeface="Cambria Math" panose="02040503050406030204" pitchFamily="18" charset="0"/>
                                </a:rPr>
                              </m:ctrlPr>
                            </m:mPr>
                            <m:mr>
                              <m:e>
                                <m:sSup>
                                  <m:sSupPr>
                                    <m:ctrlPr>
                                      <a:rPr lang="en-IN" i="1">
                                        <a:effectLst/>
                                        <a:latin typeface="Cambria Math" panose="02040503050406030204" pitchFamily="18" charset="0"/>
                                      </a:rPr>
                                    </m:ctrlPr>
                                  </m:sSupPr>
                                  <m:e>
                                    <m:r>
                                      <a:rPr lang="en-IN" i="1">
                                        <a:effectLst/>
                                        <a:latin typeface="Cambria Math" panose="02040503050406030204" pitchFamily="18" charset="0"/>
                                        <a:ea typeface="Aptos" panose="020B0004020202020204" pitchFamily="34" charset="0"/>
                                        <a:cs typeface="Tunga" panose="020B0502040204020203" pitchFamily="34" charset="0"/>
                                      </a:rPr>
                                      <m:t>𝜎</m:t>
                                    </m:r>
                                  </m:e>
                                  <m:sup>
                                    <m:r>
                                      <a:rPr lang="en-IN" i="1">
                                        <a:effectLst/>
                                        <a:latin typeface="Cambria Math" panose="02040503050406030204" pitchFamily="18" charset="0"/>
                                        <a:ea typeface="Aptos" panose="020B0004020202020204" pitchFamily="34" charset="0"/>
                                        <a:cs typeface="Tunga" panose="020B0502040204020203" pitchFamily="34" charset="0"/>
                                      </a:rPr>
                                      <m:t>2</m:t>
                                    </m:r>
                                  </m:sup>
                                </m:sSup>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1</m:t>
                                    </m:r>
                                  </m:sub>
                                </m:sSub>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2</m:t>
                                    </m:r>
                                  </m:sub>
                                </m:sSub>
                              </m:e>
                              <m:e>
                                <m:r>
                                  <a:rPr lang="en-IN" i="1">
                                    <a:effectLst/>
                                    <a:latin typeface="Cambria Math" panose="02040503050406030204" pitchFamily="18" charset="0"/>
                                    <a:ea typeface="Aptos" panose="020B0004020202020204" pitchFamily="34" charset="0"/>
                                    <a:cs typeface="Tunga" panose="020B0502040204020203" pitchFamily="34" charset="0"/>
                                  </a:rPr>
                                  <m:t>…</m:t>
                                </m:r>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𝑚</m:t>
                                    </m:r>
                                    <m:r>
                                      <a:rPr lang="en-IN" i="1">
                                        <a:effectLst/>
                                        <a:latin typeface="Cambria Math" panose="02040503050406030204" pitchFamily="18" charset="0"/>
                                        <a:ea typeface="Aptos" panose="020B0004020202020204" pitchFamily="34" charset="0"/>
                                        <a:cs typeface="Tunga" panose="020B0502040204020203" pitchFamily="34" charset="0"/>
                                      </a:rPr>
                                      <m:t>−1</m:t>
                                    </m:r>
                                  </m:sub>
                                </m:sSub>
                              </m:e>
                            </m:mr>
                            <m:mr>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1</m:t>
                                    </m:r>
                                  </m:sub>
                                </m:sSub>
                              </m:e>
                              <m:e>
                                <m:sSup>
                                  <m:sSupPr>
                                    <m:ctrlPr>
                                      <a:rPr lang="en-IN" i="1">
                                        <a:effectLst/>
                                        <a:latin typeface="Cambria Math" panose="02040503050406030204" pitchFamily="18" charset="0"/>
                                      </a:rPr>
                                    </m:ctrlPr>
                                  </m:sSupPr>
                                  <m:e>
                                    <m:r>
                                      <a:rPr lang="en-IN" i="1">
                                        <a:effectLst/>
                                        <a:latin typeface="Cambria Math" panose="02040503050406030204" pitchFamily="18" charset="0"/>
                                        <a:ea typeface="Aptos" panose="020B0004020202020204" pitchFamily="34" charset="0"/>
                                        <a:cs typeface="Tunga" panose="020B0502040204020203" pitchFamily="34" charset="0"/>
                                      </a:rPr>
                                      <m:t>𝜎</m:t>
                                    </m:r>
                                  </m:e>
                                  <m:sup>
                                    <m:r>
                                      <a:rPr lang="en-IN" i="1">
                                        <a:effectLst/>
                                        <a:latin typeface="Cambria Math" panose="02040503050406030204" pitchFamily="18" charset="0"/>
                                        <a:ea typeface="Aptos" panose="020B0004020202020204" pitchFamily="34" charset="0"/>
                                        <a:cs typeface="Tunga" panose="020B0502040204020203" pitchFamily="34" charset="0"/>
                                      </a:rPr>
                                      <m:t>2</m:t>
                                    </m:r>
                                  </m:sup>
                                </m:sSup>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1</m:t>
                                    </m:r>
                                  </m:sub>
                                </m:sSub>
                              </m:e>
                              <m:e>
                                <m:r>
                                  <a:rPr lang="en-IN" i="1">
                                    <a:effectLst/>
                                    <a:latin typeface="Cambria Math" panose="02040503050406030204" pitchFamily="18" charset="0"/>
                                    <a:ea typeface="Aptos" panose="020B0004020202020204" pitchFamily="34" charset="0"/>
                                    <a:cs typeface="Tunga" panose="020B0502040204020203" pitchFamily="34" charset="0"/>
                                  </a:rPr>
                                  <m:t>⋱</m:t>
                                </m:r>
                              </m:e>
                              <m:e>
                                <m:r>
                                  <a:rPr lang="en-IN" i="1">
                                    <a:effectLst/>
                                    <a:latin typeface="Cambria Math" panose="02040503050406030204" pitchFamily="18" charset="0"/>
                                    <a:ea typeface="Aptos" panose="020B0004020202020204" pitchFamily="34" charset="0"/>
                                    <a:cs typeface="Tunga" panose="020B0502040204020203" pitchFamily="34" charset="0"/>
                                  </a:rPr>
                                  <m:t>⋮</m:t>
                                </m:r>
                              </m:e>
                            </m:mr>
                            <m:mr>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2</m:t>
                                    </m:r>
                                  </m:sub>
                                </m:sSub>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1</m:t>
                                    </m:r>
                                  </m:sub>
                                </m:sSub>
                              </m:e>
                              <m:e>
                                <m:sSup>
                                  <m:sSupPr>
                                    <m:ctrlPr>
                                      <a:rPr lang="en-IN" i="1">
                                        <a:effectLst/>
                                        <a:latin typeface="Cambria Math" panose="02040503050406030204" pitchFamily="18" charset="0"/>
                                      </a:rPr>
                                    </m:ctrlPr>
                                  </m:sSupPr>
                                  <m:e>
                                    <m:r>
                                      <a:rPr lang="en-IN" i="1">
                                        <a:effectLst/>
                                        <a:latin typeface="Cambria Math" panose="02040503050406030204" pitchFamily="18" charset="0"/>
                                        <a:ea typeface="Aptos" panose="020B0004020202020204" pitchFamily="34" charset="0"/>
                                        <a:cs typeface="Tunga" panose="020B0502040204020203" pitchFamily="34" charset="0"/>
                                      </a:rPr>
                                      <m:t>𝜎</m:t>
                                    </m:r>
                                  </m:e>
                                  <m:sup>
                                    <m:r>
                                      <a:rPr lang="en-IN" i="1">
                                        <a:effectLst/>
                                        <a:latin typeface="Cambria Math" panose="02040503050406030204" pitchFamily="18" charset="0"/>
                                        <a:ea typeface="Aptos" panose="020B0004020202020204" pitchFamily="34" charset="0"/>
                                        <a:cs typeface="Tunga" panose="020B0502040204020203" pitchFamily="34" charset="0"/>
                                      </a:rPr>
                                      <m:t>2</m:t>
                                    </m:r>
                                  </m:sup>
                                </m:sSup>
                              </m:e>
                              <m:e>
                                <m:r>
                                  <a:rPr lang="en-IN" i="1">
                                    <a:effectLst/>
                                    <a:latin typeface="Cambria Math" panose="02040503050406030204" pitchFamily="18" charset="0"/>
                                    <a:ea typeface="Aptos" panose="020B0004020202020204" pitchFamily="34" charset="0"/>
                                    <a:cs typeface="Tunga" panose="020B0502040204020203" pitchFamily="34" charset="0"/>
                                  </a:rPr>
                                  <m:t>⋱</m:t>
                                </m:r>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2</m:t>
                                    </m:r>
                                  </m:sub>
                                </m:sSub>
                              </m:e>
                            </m:mr>
                            <m:mr>
                              <m:e>
                                <m:r>
                                  <a:rPr lang="en-IN" i="1">
                                    <a:effectLst/>
                                    <a:latin typeface="Cambria Math" panose="02040503050406030204" pitchFamily="18" charset="0"/>
                                    <a:ea typeface="Aptos" panose="020B0004020202020204" pitchFamily="34" charset="0"/>
                                    <a:cs typeface="Tunga" panose="020B0502040204020203" pitchFamily="34" charset="0"/>
                                  </a:rPr>
                                  <m:t>⋮</m:t>
                                </m:r>
                              </m:e>
                              <m:e>
                                <m:r>
                                  <a:rPr lang="en-IN" i="1">
                                    <a:effectLst/>
                                    <a:latin typeface="Cambria Math" panose="02040503050406030204" pitchFamily="18" charset="0"/>
                                    <a:ea typeface="Aptos" panose="020B0004020202020204" pitchFamily="34" charset="0"/>
                                    <a:cs typeface="Tunga" panose="020B0502040204020203" pitchFamily="34" charset="0"/>
                                  </a:rPr>
                                  <m:t>⋱</m:t>
                                </m:r>
                              </m:e>
                              <m:e>
                                <m:r>
                                  <a:rPr lang="en-IN" i="1">
                                    <a:effectLst/>
                                    <a:latin typeface="Cambria Math" panose="02040503050406030204" pitchFamily="18" charset="0"/>
                                    <a:ea typeface="Aptos" panose="020B0004020202020204" pitchFamily="34" charset="0"/>
                                    <a:cs typeface="Tunga" panose="020B0502040204020203" pitchFamily="34" charset="0"/>
                                  </a:rPr>
                                  <m:t>⋱</m:t>
                                </m:r>
                              </m:e>
                              <m:e>
                                <m:r>
                                  <a:rPr lang="en-IN" i="1">
                                    <a:effectLst/>
                                    <a:latin typeface="Cambria Math" panose="02040503050406030204" pitchFamily="18" charset="0"/>
                                    <a:ea typeface="Aptos" panose="020B0004020202020204" pitchFamily="34" charset="0"/>
                                    <a:cs typeface="Tunga" panose="020B0502040204020203" pitchFamily="34" charset="0"/>
                                  </a:rPr>
                                  <m:t>⋱</m:t>
                                </m:r>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1</m:t>
                                    </m:r>
                                  </m:sub>
                                </m:sSub>
                              </m:e>
                            </m:mr>
                            <m:mr>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𝑚</m:t>
                                    </m:r>
                                    <m:r>
                                      <a:rPr lang="en-IN" i="1">
                                        <a:effectLst/>
                                        <a:latin typeface="Cambria Math" panose="02040503050406030204" pitchFamily="18" charset="0"/>
                                        <a:ea typeface="Aptos" panose="020B0004020202020204" pitchFamily="34" charset="0"/>
                                        <a:cs typeface="Tunga" panose="020B0502040204020203" pitchFamily="34" charset="0"/>
                                      </a:rPr>
                                      <m:t>−1</m:t>
                                    </m:r>
                                  </m:sub>
                                </m:sSub>
                              </m:e>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2</m:t>
                                    </m:r>
                                  </m:sub>
                                </m:sSub>
                              </m:e>
                              <m:e>
                                <m:sSub>
                                  <m:sSubPr>
                                    <m:ctrlPr>
                                      <a:rPr lang="en-IN" i="1">
                                        <a:effectLst/>
                                        <a:latin typeface="Cambria Math" panose="02040503050406030204" pitchFamily="18" charset="0"/>
                                      </a:rPr>
                                    </m:ctrlPr>
                                  </m:sSubPr>
                                  <m:e>
                                    <m:r>
                                      <a:rPr lang="en-IN" i="1">
                                        <a:effectLst/>
                                        <a:latin typeface="Cambria Math" panose="02040503050406030204" pitchFamily="18" charset="0"/>
                                        <a:ea typeface="Aptos" panose="020B0004020202020204" pitchFamily="34" charset="0"/>
                                        <a:cs typeface="Tunga" panose="020B0502040204020203" pitchFamily="34" charset="0"/>
                                      </a:rPr>
                                      <m:t>𝑐</m:t>
                                    </m:r>
                                  </m:e>
                                  <m:sub>
                                    <m:r>
                                      <a:rPr lang="en-IN" i="1">
                                        <a:effectLst/>
                                        <a:latin typeface="Cambria Math" panose="02040503050406030204" pitchFamily="18" charset="0"/>
                                        <a:ea typeface="Aptos" panose="020B0004020202020204" pitchFamily="34" charset="0"/>
                                        <a:cs typeface="Tunga" panose="020B0502040204020203" pitchFamily="34" charset="0"/>
                                      </a:rPr>
                                      <m:t>1</m:t>
                                    </m:r>
                                  </m:sub>
                                </m:sSub>
                              </m:e>
                              <m:e>
                                <m:sSup>
                                  <m:sSupPr>
                                    <m:ctrlPr>
                                      <a:rPr lang="en-IN" i="1">
                                        <a:effectLst/>
                                        <a:latin typeface="Cambria Math" panose="02040503050406030204" pitchFamily="18" charset="0"/>
                                      </a:rPr>
                                    </m:ctrlPr>
                                  </m:sSupPr>
                                  <m:e>
                                    <m:r>
                                      <a:rPr lang="en-IN" i="1">
                                        <a:effectLst/>
                                        <a:latin typeface="Cambria Math" panose="02040503050406030204" pitchFamily="18" charset="0"/>
                                        <a:ea typeface="Aptos" panose="020B0004020202020204" pitchFamily="34" charset="0"/>
                                        <a:cs typeface="Tunga" panose="020B0502040204020203" pitchFamily="34" charset="0"/>
                                      </a:rPr>
                                      <m:t>𝜎</m:t>
                                    </m:r>
                                  </m:e>
                                  <m:sup>
                                    <m:r>
                                      <a:rPr lang="en-IN" i="1">
                                        <a:effectLst/>
                                        <a:latin typeface="Cambria Math" panose="02040503050406030204" pitchFamily="18" charset="0"/>
                                        <a:ea typeface="Aptos" panose="020B0004020202020204" pitchFamily="34" charset="0"/>
                                        <a:cs typeface="Tunga" panose="020B0502040204020203" pitchFamily="34" charset="0"/>
                                      </a:rPr>
                                      <m:t>2</m:t>
                                    </m:r>
                                  </m:sup>
                                </m:sSup>
                              </m:e>
                            </m:mr>
                          </m:m>
                        </m:e>
                      </m:d>
                    </m:oMath>
                  </m:oMathPara>
                </a14:m>
                <a:endParaRPr lang="en-IN" dirty="0"/>
              </a:p>
              <a:p>
                <a:r>
                  <a:rPr lang="en-IN" dirty="0"/>
                  <a:t>Note in reality, we might not have this matrix! We would have to estimate it as </a:t>
                </a:r>
              </a:p>
              <a:p>
                <a:pPr marL="0" indent="0" algn="ctr">
                  <a:buNone/>
                </a:pPr>
                <a:r>
                  <a:rPr lang="en-IN" kern="100" dirty="0">
                    <a:effectLst/>
                    <a:latin typeface="Aptos" panose="020B0004020202020204" pitchFamily="34" charset="0"/>
                    <a:ea typeface="Aptos" panose="020B0004020202020204" pitchFamily="34" charset="0"/>
                    <a:cs typeface="Tunga" panose="020B0502040204020203" pitchFamily="34" charset="0"/>
                  </a:rPr>
                  <a:t> </a:t>
                </a:r>
                <a14:m>
                  <m:oMath xmlns:m="http://schemas.openxmlformats.org/officeDocument/2006/math">
                    <m:acc>
                      <m:accPr>
                        <m:chr m:val="̂"/>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accPr>
                      <m:e>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𝐶</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𝜏</m:t>
                            </m:r>
                          </m:sub>
                        </m:sSub>
                      </m:e>
                    </m:acc>
                    <m:r>
                      <a:rPr lang="en-IN" i="1" kern="100">
                        <a:effectLst/>
                        <a:latin typeface="Cambria Math" panose="02040503050406030204" pitchFamily="18" charset="0"/>
                        <a:ea typeface="Aptos" panose="020B0004020202020204" pitchFamily="34" charset="0"/>
                        <a:cs typeface="Tunga" panose="020B0502040204020203" pitchFamily="34" charset="0"/>
                      </a:rPr>
                      <m:t>=</m:t>
                    </m:r>
                    <m:f>
                      <m:fPr>
                        <m:ctrlPr>
                          <a:rPr lang="en-IN" i="1" kern="100">
                            <a:effectLst/>
                            <a:latin typeface="Cambria Math" panose="02040503050406030204" pitchFamily="18" charset="0"/>
                            <a:ea typeface="Aptos" panose="020B0004020202020204" pitchFamily="34" charset="0"/>
                            <a:cs typeface="Tunga" panose="020B0502040204020203" pitchFamily="34" charset="0"/>
                          </a:rPr>
                        </m:ctrlPr>
                      </m:fPr>
                      <m:num>
                        <m:r>
                          <a:rPr lang="en-IN" i="1" kern="100">
                            <a:effectLst/>
                            <a:latin typeface="Cambria Math" panose="02040503050406030204" pitchFamily="18" charset="0"/>
                            <a:ea typeface="Aptos" panose="020B0004020202020204" pitchFamily="34" charset="0"/>
                            <a:cs typeface="Tunga" panose="020B0502040204020203" pitchFamily="34" charset="0"/>
                          </a:rPr>
                          <m:t>1</m:t>
                        </m:r>
                      </m:num>
                      <m:den>
                        <m:r>
                          <a:rPr lang="en-IN" i="1" kern="100">
                            <a:effectLst/>
                            <a:latin typeface="Cambria Math" panose="02040503050406030204" pitchFamily="18" charset="0"/>
                            <a:ea typeface="Aptos" panose="020B0004020202020204" pitchFamily="34" charset="0"/>
                            <a:cs typeface="Tunga" panose="020B0502040204020203" pitchFamily="34" charset="0"/>
                          </a:rPr>
                          <m:t>𝑚</m:t>
                        </m:r>
                      </m:den>
                    </m:f>
                    <m:nary>
                      <m:naryPr>
                        <m:chr m:val="∑"/>
                        <m:limLoc m:val="undOvr"/>
                        <m:grow m:val="on"/>
                        <m:ctrlPr>
                          <a:rPr lang="en-IN" i="1" kern="100">
                            <a:effectLst/>
                            <a:latin typeface="Cambria Math" panose="02040503050406030204" pitchFamily="18" charset="0"/>
                            <a:ea typeface="Aptos" panose="020B0004020202020204" pitchFamily="34" charset="0"/>
                            <a:cs typeface="Tunga" panose="020B0502040204020203" pitchFamily="34" charset="0"/>
                          </a:rPr>
                        </m:ctrlPr>
                      </m:naryPr>
                      <m:sub>
                        <m:r>
                          <a:rPr lang="en-IN" i="1" kern="100">
                            <a:effectLst/>
                            <a:latin typeface="Cambria Math" panose="02040503050406030204" pitchFamily="18" charset="0"/>
                            <a:ea typeface="Aptos" panose="020B0004020202020204" pitchFamily="34" charset="0"/>
                            <a:cs typeface="Tunga" panose="020B0502040204020203" pitchFamily="34" charset="0"/>
                          </a:rPr>
                          <m:t>𝑖</m:t>
                        </m:r>
                        <m:r>
                          <a:rPr lang="en-IN" i="1" kern="100">
                            <a:effectLst/>
                            <a:latin typeface="Cambria Math" panose="02040503050406030204" pitchFamily="18" charset="0"/>
                            <a:ea typeface="Aptos" panose="020B0004020202020204" pitchFamily="34" charset="0"/>
                            <a:cs typeface="Tunga" panose="020B0502040204020203" pitchFamily="34" charset="0"/>
                          </a:rPr>
                          <m:t>=1</m:t>
                        </m:r>
                      </m:sub>
                      <m:sup>
                        <m:r>
                          <a:rPr lang="en-IN" i="1" kern="100">
                            <a:effectLst/>
                            <a:latin typeface="Cambria Math" panose="02040503050406030204" pitchFamily="18" charset="0"/>
                            <a:ea typeface="Aptos" panose="020B0004020202020204" pitchFamily="34" charset="0"/>
                            <a:cs typeface="Tunga" panose="020B0502040204020203" pitchFamily="34" charset="0"/>
                          </a:rPr>
                          <m:t>𝑚</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p>
                      <m:e>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𝑖</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𝑆</m:t>
                            </m:r>
                          </m:e>
                          <m:sub>
                            <m:r>
                              <a:rPr lang="en-IN" i="1" kern="100">
                                <a:effectLst/>
                                <a:latin typeface="Cambria Math" panose="02040503050406030204" pitchFamily="18" charset="0"/>
                                <a:ea typeface="Aptos" panose="020B0004020202020204" pitchFamily="34" charset="0"/>
                                <a:cs typeface="Tunga" panose="020B0502040204020203" pitchFamily="34" charset="0"/>
                              </a:rPr>
                              <m:t>𝑖</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𝜇</m:t>
                        </m:r>
                        <m:r>
                          <a:rPr lang="en-IN" i="1" kern="100">
                            <a:effectLst/>
                            <a:latin typeface="Cambria Math" panose="02040503050406030204" pitchFamily="18" charset="0"/>
                            <a:ea typeface="Aptos" panose="020B0004020202020204" pitchFamily="34" charset="0"/>
                            <a:cs typeface="Tunga" panose="020B0502040204020203" pitchFamily="34" charset="0"/>
                          </a:rPr>
                          <m:t>)</m:t>
                        </m:r>
                      </m:e>
                    </m:nary>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𝜏</m:t>
                    </m:r>
                    <m:r>
                      <a:rPr lang="en-IN" i="1" kern="100">
                        <a:effectLst/>
                        <a:latin typeface="Cambria Math" panose="02040503050406030204" pitchFamily="18" charset="0"/>
                        <a:ea typeface="Aptos" panose="020B0004020202020204" pitchFamily="34" charset="0"/>
                        <a:cs typeface="Tunga" panose="020B0502040204020203" pitchFamily="34" charset="0"/>
                      </a:rPr>
                      <m:t>=0,1,...,</m:t>
                    </m:r>
                    <m:r>
                      <a:rPr lang="en-IN" i="1" kern="100">
                        <a:effectLst/>
                        <a:latin typeface="Cambria Math" panose="02040503050406030204" pitchFamily="18" charset="0"/>
                        <a:ea typeface="Aptos" panose="020B0004020202020204" pitchFamily="34" charset="0"/>
                        <a:cs typeface="Tunga" panose="020B0502040204020203" pitchFamily="34" charset="0"/>
                      </a:rPr>
                      <m:t>𝑚</m:t>
                    </m:r>
                    <m:r>
                      <a:rPr lang="en-IN" i="1" kern="100">
                        <a:effectLst/>
                        <a:latin typeface="Cambria Math" panose="02040503050406030204" pitchFamily="18" charset="0"/>
                        <a:ea typeface="Aptos" panose="020B0004020202020204" pitchFamily="34" charset="0"/>
                        <a:cs typeface="Tunga" panose="020B0502040204020203" pitchFamily="34" charset="0"/>
                      </a:rPr>
                      <m:t>−1</m:t>
                    </m:r>
                  </m:oMath>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endParaRPr lang="en-IN" dirty="0"/>
              </a:p>
            </p:txBody>
          </p:sp>
        </mc:Choice>
        <mc:Fallback xmlns="">
          <p:sp>
            <p:nvSpPr>
              <p:cNvPr id="3" name="Content Placeholder 2">
                <a:extLst>
                  <a:ext uri="{FF2B5EF4-FFF2-40B4-BE49-F238E27FC236}">
                    <a16:creationId xmlns:a16="http://schemas.microsoft.com/office/drawing/2014/main" id="{DD83F02E-426D-9F08-075C-957B49896E5F}"/>
                  </a:ext>
                </a:extLst>
              </p:cNvPr>
              <p:cNvSpPr>
                <a:spLocks noGrp="1" noRot="1" noChangeAspect="1" noMove="1" noResize="1" noEditPoints="1" noAdjustHandles="1" noChangeArrowheads="1" noChangeShapeType="1" noTextEdit="1"/>
              </p:cNvSpPr>
              <p:nvPr>
                <p:ph idx="1"/>
              </p:nvPr>
            </p:nvSpPr>
            <p:spPr>
              <a:xfrm>
                <a:off x="805491" y="749295"/>
                <a:ext cx="10581017" cy="5359410"/>
              </a:xfrm>
              <a:blipFill>
                <a:blip r:embed="rId2"/>
                <a:stretch>
                  <a:fillRect l="-749" t="-683"/>
                </a:stretch>
              </a:blipFill>
            </p:spPr>
            <p:txBody>
              <a:bodyPr/>
              <a:lstStyle/>
              <a:p>
                <a:r>
                  <a:rPr lang="en-IN">
                    <a:noFill/>
                  </a:rPr>
                  <a:t> </a:t>
                </a:r>
              </a:p>
            </p:txBody>
          </p:sp>
        </mc:Fallback>
      </mc:AlternateContent>
    </p:spTree>
    <p:extLst>
      <p:ext uri="{BB962C8B-B14F-4D97-AF65-F5344CB8AC3E}">
        <p14:creationId xmlns:p14="http://schemas.microsoft.com/office/powerpoint/2010/main" val="95714950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5513</TotalTime>
  <Words>667</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Calisto MT</vt:lpstr>
      <vt:lpstr>Cambria Math</vt:lpstr>
      <vt:lpstr>Univers Condensed</vt:lpstr>
      <vt:lpstr>ChronicleVTI</vt:lpstr>
      <vt:lpstr>CV5100: Modelling, Uncertainty and Data for Engineers MODULE 2: TIME SERIES ANALYSIS, lecture 3: Modeling and estimation</vt:lpstr>
      <vt:lpstr>Blue of time series </vt:lpstr>
      <vt:lpstr>Blue of time series </vt:lpstr>
      <vt:lpstr>Blue of time series </vt:lpstr>
      <vt:lpstr> example</vt:lpstr>
      <vt:lpstr>example</vt:lpstr>
      <vt:lpstr> Forecasting </vt:lpstr>
      <vt:lpstr>Time series stationarity</vt:lpstr>
      <vt:lpstr>Time series stationarity</vt:lpstr>
      <vt:lpstr>Time series stationarity</vt:lpstr>
      <vt:lpstr>AND THEN WHAT?</vt:lpstr>
      <vt:lpstr>Autocovariance function</vt:lpstr>
      <vt:lpstr>Autocovariance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Sudheendra Herkal</dc:creator>
  <cp:lastModifiedBy>Sudheendra Herkal</cp:lastModifiedBy>
  <cp:revision>24</cp:revision>
  <dcterms:created xsi:type="dcterms:W3CDTF">2025-05-19T08:31:03Z</dcterms:created>
  <dcterms:modified xsi:type="dcterms:W3CDTF">2025-10-29T05:30:41Z</dcterms:modified>
</cp:coreProperties>
</file>