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3"/>
  </p:notesMasterIdLst>
  <p:sldIdLst>
    <p:sldId id="256" r:id="rId2"/>
    <p:sldId id="386" r:id="rId3"/>
    <p:sldId id="370" r:id="rId4"/>
    <p:sldId id="371" r:id="rId5"/>
    <p:sldId id="374" r:id="rId6"/>
    <p:sldId id="372" r:id="rId7"/>
    <p:sldId id="373" r:id="rId8"/>
    <p:sldId id="382" r:id="rId9"/>
    <p:sldId id="383" r:id="rId10"/>
    <p:sldId id="384" r:id="rId11"/>
    <p:sldId id="38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00C0"/>
    <a:srgbClr val="FFFFFF"/>
    <a:srgbClr val="05A6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84827E-CD6B-47E1-834B-29766D0E426C}" v="1" dt="2025-10-28T11:27:29.117"/>
    <p1510:client id="{A57C8066-4218-48F7-8442-107EC3E4BB1D}" v="356" dt="2025-10-28T10:44:23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7" autoAdjust="0"/>
    <p:restoredTop sz="92494" autoAdjust="0"/>
  </p:normalViewPr>
  <p:slideViewPr>
    <p:cSldViewPr snapToGrid="0">
      <p:cViewPr varScale="1">
        <p:scale>
          <a:sx n="90" d="100"/>
          <a:sy n="90" d="100"/>
        </p:scale>
        <p:origin x="1362" y="30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dheendra Herkal" userId="f3c620e209f08778" providerId="LiveId" clId="{0B20E52C-E505-4A07-893F-82EC66CDE422}"/>
    <pc:docChg chg="undo custSel addSld delSld modSld">
      <pc:chgData name="Sudheendra Herkal" userId="f3c620e209f08778" providerId="LiveId" clId="{0B20E52C-E505-4A07-893F-82EC66CDE422}" dt="2025-10-15T13:38:05.900" v="486"/>
      <pc:docMkLst>
        <pc:docMk/>
      </pc:docMkLst>
      <pc:sldChg chg="modSp">
        <pc:chgData name="Sudheendra Herkal" userId="f3c620e209f08778" providerId="LiveId" clId="{0B20E52C-E505-4A07-893F-82EC66CDE422}" dt="2025-10-15T13:10:02.270" v="98" actId="1076"/>
        <pc:sldMkLst>
          <pc:docMk/>
          <pc:sldMk cId="2643442200" sldId="371"/>
        </pc:sldMkLst>
      </pc:sldChg>
      <pc:sldChg chg="modSp mod">
        <pc:chgData name="Sudheendra Herkal" userId="f3c620e209f08778" providerId="LiveId" clId="{0B20E52C-E505-4A07-893F-82EC66CDE422}" dt="2025-10-15T13:11:50.325" v="220" actId="20577"/>
        <pc:sldMkLst>
          <pc:docMk/>
          <pc:sldMk cId="1068059281" sldId="372"/>
        </pc:sldMkLst>
      </pc:sldChg>
      <pc:sldChg chg="modSp">
        <pc:chgData name="Sudheendra Herkal" userId="f3c620e209f08778" providerId="LiveId" clId="{0B20E52C-E505-4A07-893F-82EC66CDE422}" dt="2025-10-15T13:21:31.206" v="221" actId="1076"/>
        <pc:sldMkLst>
          <pc:docMk/>
          <pc:sldMk cId="3087254464" sldId="373"/>
        </pc:sldMkLst>
      </pc:sldChg>
      <pc:sldChg chg="modSp mod">
        <pc:chgData name="Sudheendra Herkal" userId="f3c620e209f08778" providerId="LiveId" clId="{0B20E52C-E505-4A07-893F-82EC66CDE422}" dt="2025-10-15T13:23:40.425" v="248" actId="20577"/>
        <pc:sldMkLst>
          <pc:docMk/>
          <pc:sldMk cId="2211969740" sldId="374"/>
        </pc:sldMkLst>
      </pc:sldChg>
      <pc:sldChg chg="modSp">
        <pc:chgData name="Sudheendra Herkal" userId="f3c620e209f08778" providerId="LiveId" clId="{0B20E52C-E505-4A07-893F-82EC66CDE422}" dt="2025-10-15T13:26:06.556" v="249" actId="20577"/>
        <pc:sldMkLst>
          <pc:docMk/>
          <pc:sldMk cId="3563085785" sldId="376"/>
        </pc:sldMkLst>
      </pc:sldChg>
      <pc:sldChg chg="modSp mod">
        <pc:chgData name="Sudheendra Herkal" userId="f3c620e209f08778" providerId="LiveId" clId="{0B20E52C-E505-4A07-893F-82EC66CDE422}" dt="2025-10-15T13:30:52.563" v="294" actId="114"/>
        <pc:sldMkLst>
          <pc:docMk/>
          <pc:sldMk cId="3653336609" sldId="378"/>
        </pc:sldMkLst>
      </pc:sldChg>
      <pc:sldChg chg="addSp delSp modSp mod">
        <pc:chgData name="Sudheendra Herkal" userId="f3c620e209f08778" providerId="LiveId" clId="{0B20E52C-E505-4A07-893F-82EC66CDE422}" dt="2025-10-15T13:33:16.737" v="332" actId="20577"/>
        <pc:sldMkLst>
          <pc:docMk/>
          <pc:sldMk cId="2314582350" sldId="379"/>
        </pc:sldMkLst>
      </pc:sldChg>
      <pc:sldChg chg="addSp delSp modSp new mod modAnim modNotesTx">
        <pc:chgData name="Sudheendra Herkal" userId="f3c620e209f08778" providerId="LiveId" clId="{0B20E52C-E505-4A07-893F-82EC66CDE422}" dt="2025-10-15T13:38:05.900" v="486"/>
        <pc:sldMkLst>
          <pc:docMk/>
          <pc:sldMk cId="4167932514" sldId="380"/>
        </pc:sldMkLst>
      </pc:sldChg>
      <pc:sldChg chg="new del">
        <pc:chgData name="Sudheendra Herkal" userId="f3c620e209f08778" providerId="LiveId" clId="{0B20E52C-E505-4A07-893F-82EC66CDE422}" dt="2025-10-15T13:07:28.500" v="97" actId="2696"/>
        <pc:sldMkLst>
          <pc:docMk/>
          <pc:sldMk cId="2457623662" sldId="381"/>
        </pc:sldMkLst>
      </pc:sldChg>
    </pc:docChg>
  </pc:docChgLst>
  <pc:docChgLst>
    <pc:chgData name="Sudheendra Herkal" userId="f3c620e209f08778" providerId="LiveId" clId="{D033AD51-43D7-4C91-8920-6A838971EEC3}"/>
    <pc:docChg chg="undo custSel addSld delSld modSld">
      <pc:chgData name="Sudheendra Herkal" userId="f3c620e209f08778" providerId="LiveId" clId="{D033AD51-43D7-4C91-8920-6A838971EEC3}" dt="2025-10-23T12:20:50.991" v="3803" actId="47"/>
      <pc:docMkLst>
        <pc:docMk/>
      </pc:docMkLst>
      <pc:sldChg chg="modSp mod">
        <pc:chgData name="Sudheendra Herkal" userId="f3c620e209f08778" providerId="LiveId" clId="{D033AD51-43D7-4C91-8920-6A838971EEC3}" dt="2025-10-23T09:44:54.880" v="33" actId="20577"/>
        <pc:sldMkLst>
          <pc:docMk/>
          <pc:sldMk cId="915932053" sldId="256"/>
        </pc:sldMkLst>
        <pc:spChg chg="mod">
          <ac:chgData name="Sudheendra Herkal" userId="f3c620e209f08778" providerId="LiveId" clId="{D033AD51-43D7-4C91-8920-6A838971EEC3}" dt="2025-10-23T09:44:54.880" v="33" actId="20577"/>
          <ac:spMkLst>
            <pc:docMk/>
            <pc:sldMk cId="915932053" sldId="256"/>
            <ac:spMk id="2" creationId="{7AEBE441-9013-3A7F-EB64-42A80AA1D73E}"/>
          </ac:spMkLst>
        </pc:spChg>
      </pc:sldChg>
      <pc:sldChg chg="del">
        <pc:chgData name="Sudheendra Herkal" userId="f3c620e209f08778" providerId="LiveId" clId="{D033AD51-43D7-4C91-8920-6A838971EEC3}" dt="2025-10-23T09:45:06.579" v="35" actId="47"/>
        <pc:sldMkLst>
          <pc:docMk/>
          <pc:sldMk cId="2669044741" sldId="362"/>
        </pc:sldMkLst>
      </pc:sldChg>
      <pc:sldChg chg="del">
        <pc:chgData name="Sudheendra Herkal" userId="f3c620e209f08778" providerId="LiveId" clId="{D033AD51-43D7-4C91-8920-6A838971EEC3}" dt="2025-10-23T09:45:06.579" v="35" actId="47"/>
        <pc:sldMkLst>
          <pc:docMk/>
          <pc:sldMk cId="3258131539" sldId="363"/>
        </pc:sldMkLst>
      </pc:sldChg>
      <pc:sldChg chg="addSp delSp modSp add del mod chgLayout">
        <pc:chgData name="Sudheendra Herkal" userId="f3c620e209f08778" providerId="LiveId" clId="{D033AD51-43D7-4C91-8920-6A838971EEC3}" dt="2025-10-23T09:53:00.303" v="722" actId="27636"/>
        <pc:sldMkLst>
          <pc:docMk/>
          <pc:sldMk cId="585506794" sldId="364"/>
        </pc:sldMkLst>
      </pc:sldChg>
      <pc:sldChg chg="del">
        <pc:chgData name="Sudheendra Herkal" userId="f3c620e209f08778" providerId="LiveId" clId="{D033AD51-43D7-4C91-8920-6A838971EEC3}" dt="2025-10-23T09:45:06.579" v="35" actId="47"/>
        <pc:sldMkLst>
          <pc:docMk/>
          <pc:sldMk cId="1174977947" sldId="365"/>
        </pc:sldMkLst>
      </pc:sldChg>
      <pc:sldChg chg="modSp new mod modNotesTx">
        <pc:chgData name="Sudheendra Herkal" userId="f3c620e209f08778" providerId="LiveId" clId="{D033AD51-43D7-4C91-8920-6A838971EEC3}" dt="2025-10-23T09:59:44.038" v="1620" actId="33524"/>
        <pc:sldMkLst>
          <pc:docMk/>
          <pc:sldMk cId="3856958342" sldId="365"/>
        </pc:sldMkLst>
      </pc:sldChg>
      <pc:sldChg chg="del">
        <pc:chgData name="Sudheendra Herkal" userId="f3c620e209f08778" providerId="LiveId" clId="{D033AD51-43D7-4C91-8920-6A838971EEC3}" dt="2025-10-23T09:45:06.579" v="35" actId="47"/>
        <pc:sldMkLst>
          <pc:docMk/>
          <pc:sldMk cId="365300225" sldId="366"/>
        </pc:sldMkLst>
      </pc:sldChg>
      <pc:sldChg chg="addSp delSp modSp new mod">
        <pc:chgData name="Sudheendra Herkal" userId="f3c620e209f08778" providerId="LiveId" clId="{D033AD51-43D7-4C91-8920-6A838971EEC3}" dt="2025-10-23T10:30:49.758" v="1971" actId="20577"/>
        <pc:sldMkLst>
          <pc:docMk/>
          <pc:sldMk cId="1748256421" sldId="366"/>
        </pc:sldMkLst>
      </pc:sldChg>
      <pc:sldChg chg="del">
        <pc:chgData name="Sudheendra Herkal" userId="f3c620e209f08778" providerId="LiveId" clId="{D033AD51-43D7-4C91-8920-6A838971EEC3}" dt="2025-10-23T09:45:06.579" v="35" actId="47"/>
        <pc:sldMkLst>
          <pc:docMk/>
          <pc:sldMk cId="2471643902" sldId="367"/>
        </pc:sldMkLst>
      </pc:sldChg>
      <pc:sldChg chg="addSp modSp new mod">
        <pc:chgData name="Sudheendra Herkal" userId="f3c620e209f08778" providerId="LiveId" clId="{D033AD51-43D7-4C91-8920-6A838971EEC3}" dt="2025-10-23T10:35:43.598" v="2268" actId="120"/>
        <pc:sldMkLst>
          <pc:docMk/>
          <pc:sldMk cId="3096669529" sldId="367"/>
        </pc:sldMkLst>
      </pc:sldChg>
      <pc:sldChg chg="del">
        <pc:chgData name="Sudheendra Herkal" userId="f3c620e209f08778" providerId="LiveId" clId="{D033AD51-43D7-4C91-8920-6A838971EEC3}" dt="2025-10-23T09:45:06.579" v="35" actId="47"/>
        <pc:sldMkLst>
          <pc:docMk/>
          <pc:sldMk cId="1670509580" sldId="368"/>
        </pc:sldMkLst>
      </pc:sldChg>
      <pc:sldChg chg="modSp add mod">
        <pc:chgData name="Sudheendra Herkal" userId="f3c620e209f08778" providerId="LiveId" clId="{D033AD51-43D7-4C91-8920-6A838971EEC3}" dt="2025-10-23T10:35:38.086" v="2265" actId="20577"/>
        <pc:sldMkLst>
          <pc:docMk/>
          <pc:sldMk cId="3060585067" sldId="368"/>
        </pc:sldMkLst>
      </pc:sldChg>
      <pc:sldChg chg="del">
        <pc:chgData name="Sudheendra Herkal" userId="f3c620e209f08778" providerId="LiveId" clId="{D033AD51-43D7-4C91-8920-6A838971EEC3}" dt="2025-10-23T09:45:06.579" v="35" actId="47"/>
        <pc:sldMkLst>
          <pc:docMk/>
          <pc:sldMk cId="57302856" sldId="369"/>
        </pc:sldMkLst>
      </pc:sldChg>
      <pc:sldChg chg="addSp modSp new mod">
        <pc:chgData name="Sudheendra Herkal" userId="f3c620e209f08778" providerId="LiveId" clId="{D033AD51-43D7-4C91-8920-6A838971EEC3}" dt="2025-10-23T10:35:35.319" v="2264" actId="20577"/>
        <pc:sldMkLst>
          <pc:docMk/>
          <pc:sldMk cId="2882947285" sldId="369"/>
        </pc:sldMkLst>
      </pc:sldChg>
      <pc:sldChg chg="del">
        <pc:chgData name="Sudheendra Herkal" userId="f3c620e209f08778" providerId="LiveId" clId="{D033AD51-43D7-4C91-8920-6A838971EEC3}" dt="2025-10-23T09:45:06.579" v="35" actId="47"/>
        <pc:sldMkLst>
          <pc:docMk/>
          <pc:sldMk cId="499465743" sldId="370"/>
        </pc:sldMkLst>
      </pc:sldChg>
      <pc:sldChg chg="modSp new mod">
        <pc:chgData name="Sudheendra Herkal" userId="f3c620e209f08778" providerId="LiveId" clId="{D033AD51-43D7-4C91-8920-6A838971EEC3}" dt="2025-10-23T12:14:52.930" v="3337" actId="20577"/>
        <pc:sldMkLst>
          <pc:docMk/>
          <pc:sldMk cId="3740100220" sldId="370"/>
        </pc:sldMkLst>
        <pc:spChg chg="mod">
          <ac:chgData name="Sudheendra Herkal" userId="f3c620e209f08778" providerId="LiveId" clId="{D033AD51-43D7-4C91-8920-6A838971EEC3}" dt="2025-10-23T10:35:55.992" v="2286" actId="20577"/>
          <ac:spMkLst>
            <pc:docMk/>
            <pc:sldMk cId="3740100220" sldId="370"/>
            <ac:spMk id="2" creationId="{269CC401-0AEF-093C-DC21-FB3B499ABC1B}"/>
          </ac:spMkLst>
        </pc:spChg>
        <pc:spChg chg="mod">
          <ac:chgData name="Sudheendra Herkal" userId="f3c620e209f08778" providerId="LiveId" clId="{D033AD51-43D7-4C91-8920-6A838971EEC3}" dt="2025-10-23T12:14:52.930" v="3337" actId="20577"/>
          <ac:spMkLst>
            <pc:docMk/>
            <pc:sldMk cId="3740100220" sldId="370"/>
            <ac:spMk id="3" creationId="{59F7F367-832F-20D8-2E0B-E02EEB3E88FF}"/>
          </ac:spMkLst>
        </pc:spChg>
      </pc:sldChg>
      <pc:sldChg chg="modSp new mod">
        <pc:chgData name="Sudheendra Herkal" userId="f3c620e209f08778" providerId="LiveId" clId="{D033AD51-43D7-4C91-8920-6A838971EEC3}" dt="2025-10-23T12:14:58.589" v="3343" actId="27636"/>
        <pc:sldMkLst>
          <pc:docMk/>
          <pc:sldMk cId="721516344" sldId="371"/>
        </pc:sldMkLst>
        <pc:spChg chg="mod">
          <ac:chgData name="Sudheendra Herkal" userId="f3c620e209f08778" providerId="LiveId" clId="{D033AD51-43D7-4C91-8920-6A838971EEC3}" dt="2025-10-23T12:11:16.719" v="3122"/>
          <ac:spMkLst>
            <pc:docMk/>
            <pc:sldMk cId="721516344" sldId="371"/>
            <ac:spMk id="2" creationId="{522BC4A5-F21C-1D4B-EBA3-F0E984265528}"/>
          </ac:spMkLst>
        </pc:spChg>
        <pc:spChg chg="mod">
          <ac:chgData name="Sudheendra Herkal" userId="f3c620e209f08778" providerId="LiveId" clId="{D033AD51-43D7-4C91-8920-6A838971EEC3}" dt="2025-10-23T12:14:58.589" v="3343" actId="27636"/>
          <ac:spMkLst>
            <pc:docMk/>
            <pc:sldMk cId="721516344" sldId="371"/>
            <ac:spMk id="3" creationId="{D0431BD9-1D7F-0430-A244-3BC68D80AFF1}"/>
          </ac:spMkLst>
        </pc:spChg>
      </pc:sldChg>
      <pc:sldChg chg="modSp new del mod">
        <pc:chgData name="Sudheendra Herkal" userId="f3c620e209f08778" providerId="LiveId" clId="{D033AD51-43D7-4C91-8920-6A838971EEC3}" dt="2025-10-23T12:09:59.450" v="3025" actId="47"/>
        <pc:sldMkLst>
          <pc:docMk/>
          <pc:sldMk cId="2534337003" sldId="371"/>
        </pc:sldMkLst>
      </pc:sldChg>
      <pc:sldChg chg="del">
        <pc:chgData name="Sudheendra Herkal" userId="f3c620e209f08778" providerId="LiveId" clId="{D033AD51-43D7-4C91-8920-6A838971EEC3}" dt="2025-10-23T09:45:06.579" v="35" actId="47"/>
        <pc:sldMkLst>
          <pc:docMk/>
          <pc:sldMk cId="2643442200" sldId="371"/>
        </pc:sldMkLst>
      </pc:sldChg>
      <pc:sldChg chg="add del">
        <pc:chgData name="Sudheendra Herkal" userId="f3c620e209f08778" providerId="LiveId" clId="{D033AD51-43D7-4C91-8920-6A838971EEC3}" dt="2025-10-23T12:10:03.663" v="3027" actId="2696"/>
        <pc:sldMkLst>
          <pc:docMk/>
          <pc:sldMk cId="3077180023" sldId="371"/>
        </pc:sldMkLst>
      </pc:sldChg>
      <pc:sldChg chg="del">
        <pc:chgData name="Sudheendra Herkal" userId="f3c620e209f08778" providerId="LiveId" clId="{D033AD51-43D7-4C91-8920-6A838971EEC3}" dt="2025-10-23T09:45:06.579" v="35" actId="47"/>
        <pc:sldMkLst>
          <pc:docMk/>
          <pc:sldMk cId="1068059281" sldId="372"/>
        </pc:sldMkLst>
      </pc:sldChg>
      <pc:sldChg chg="modSp new mod">
        <pc:chgData name="Sudheendra Herkal" userId="f3c620e209f08778" providerId="LiveId" clId="{D033AD51-43D7-4C91-8920-6A838971EEC3}" dt="2025-10-23T12:17:44.257" v="3737" actId="403"/>
        <pc:sldMkLst>
          <pc:docMk/>
          <pc:sldMk cId="2006142311" sldId="372"/>
        </pc:sldMkLst>
        <pc:spChg chg="mod">
          <ac:chgData name="Sudheendra Herkal" userId="f3c620e209f08778" providerId="LiveId" clId="{D033AD51-43D7-4C91-8920-6A838971EEC3}" dt="2025-10-23T12:15:11.148" v="3367" actId="20577"/>
          <ac:spMkLst>
            <pc:docMk/>
            <pc:sldMk cId="2006142311" sldId="372"/>
            <ac:spMk id="2" creationId="{941B9051-CC9F-F354-7C51-A8E376D1D62F}"/>
          </ac:spMkLst>
        </pc:spChg>
        <pc:spChg chg="mod">
          <ac:chgData name="Sudheendra Herkal" userId="f3c620e209f08778" providerId="LiveId" clId="{D033AD51-43D7-4C91-8920-6A838971EEC3}" dt="2025-10-23T12:17:44.257" v="3737" actId="403"/>
          <ac:spMkLst>
            <pc:docMk/>
            <pc:sldMk cId="2006142311" sldId="372"/>
            <ac:spMk id="3" creationId="{976BDECE-E44F-72DF-72E7-0A0E81F4B3E9}"/>
          </ac:spMkLst>
        </pc:spChg>
      </pc:sldChg>
      <pc:sldChg chg="addSp delSp modSp new mod">
        <pc:chgData name="Sudheendra Herkal" userId="f3c620e209f08778" providerId="LiveId" clId="{D033AD51-43D7-4C91-8920-6A838971EEC3}" dt="2025-10-23T12:20:14.461" v="3801" actId="1036"/>
        <pc:sldMkLst>
          <pc:docMk/>
          <pc:sldMk cId="1451715350" sldId="373"/>
        </pc:sldMkLst>
        <pc:spChg chg="mod">
          <ac:chgData name="Sudheendra Herkal" userId="f3c620e209f08778" providerId="LiveId" clId="{D033AD51-43D7-4C91-8920-6A838971EEC3}" dt="2025-10-23T12:18:43.630" v="3752" actId="20577"/>
          <ac:spMkLst>
            <pc:docMk/>
            <pc:sldMk cId="1451715350" sldId="373"/>
            <ac:spMk id="2" creationId="{EF49DA4B-C54C-CBD5-4CA9-FA6295296959}"/>
          </ac:spMkLst>
        </pc:spChg>
        <pc:picChg chg="add mod">
          <ac:chgData name="Sudheendra Herkal" userId="f3c620e209f08778" providerId="LiveId" clId="{D033AD51-43D7-4C91-8920-6A838971EEC3}" dt="2025-10-23T12:20:10.507" v="3799" actId="1035"/>
          <ac:picMkLst>
            <pc:docMk/>
            <pc:sldMk cId="1451715350" sldId="373"/>
            <ac:picMk id="4098" creationId="{08F0F39A-A56D-8EA2-14DC-A29F76B7E3B6}"/>
          </ac:picMkLst>
        </pc:picChg>
        <pc:picChg chg="add mod">
          <ac:chgData name="Sudheendra Herkal" userId="f3c620e209f08778" providerId="LiveId" clId="{D033AD51-43D7-4C91-8920-6A838971EEC3}" dt="2025-10-23T12:20:06.956" v="3795" actId="1037"/>
          <ac:picMkLst>
            <pc:docMk/>
            <pc:sldMk cId="1451715350" sldId="373"/>
            <ac:picMk id="4100" creationId="{24BA7390-AF00-72DB-6521-7E92D6331FE7}"/>
          </ac:picMkLst>
        </pc:picChg>
        <pc:picChg chg="add mod">
          <ac:chgData name="Sudheendra Herkal" userId="f3c620e209f08778" providerId="LiveId" clId="{D033AD51-43D7-4C91-8920-6A838971EEC3}" dt="2025-10-23T12:20:14.461" v="3801" actId="1036"/>
          <ac:picMkLst>
            <pc:docMk/>
            <pc:sldMk cId="1451715350" sldId="373"/>
            <ac:picMk id="4102" creationId="{A4C9D899-6546-453B-E381-622863210459}"/>
          </ac:picMkLst>
        </pc:picChg>
        <pc:picChg chg="add mod">
          <ac:chgData name="Sudheendra Herkal" userId="f3c620e209f08778" providerId="LiveId" clId="{D033AD51-43D7-4C91-8920-6A838971EEC3}" dt="2025-10-23T12:20:06.956" v="3795" actId="1037"/>
          <ac:picMkLst>
            <pc:docMk/>
            <pc:sldMk cId="1451715350" sldId="373"/>
            <ac:picMk id="4104" creationId="{2C7CF649-BA1B-5101-444F-4B770EDC9BE9}"/>
          </ac:picMkLst>
        </pc:picChg>
      </pc:sldChg>
      <pc:sldChg chg="del">
        <pc:chgData name="Sudheendra Herkal" userId="f3c620e209f08778" providerId="LiveId" clId="{D033AD51-43D7-4C91-8920-6A838971EEC3}" dt="2025-10-23T09:45:06.579" v="35" actId="47"/>
        <pc:sldMkLst>
          <pc:docMk/>
          <pc:sldMk cId="3087254464" sldId="373"/>
        </pc:sldMkLst>
      </pc:sldChg>
      <pc:sldChg chg="new del">
        <pc:chgData name="Sudheendra Herkal" userId="f3c620e209f08778" providerId="LiveId" clId="{D033AD51-43D7-4C91-8920-6A838971EEC3}" dt="2025-10-23T12:20:50.991" v="3803" actId="47"/>
        <pc:sldMkLst>
          <pc:docMk/>
          <pc:sldMk cId="849916231" sldId="374"/>
        </pc:sldMkLst>
      </pc:sldChg>
      <pc:sldChg chg="del">
        <pc:chgData name="Sudheendra Herkal" userId="f3c620e209f08778" providerId="LiveId" clId="{D033AD51-43D7-4C91-8920-6A838971EEC3}" dt="2025-10-23T09:45:06.579" v="35" actId="47"/>
        <pc:sldMkLst>
          <pc:docMk/>
          <pc:sldMk cId="2211969740" sldId="374"/>
        </pc:sldMkLst>
      </pc:sldChg>
      <pc:sldChg chg="del">
        <pc:chgData name="Sudheendra Herkal" userId="f3c620e209f08778" providerId="LiveId" clId="{D033AD51-43D7-4C91-8920-6A838971EEC3}" dt="2025-10-23T09:45:06.579" v="35" actId="47"/>
        <pc:sldMkLst>
          <pc:docMk/>
          <pc:sldMk cId="1580762665" sldId="375"/>
        </pc:sldMkLst>
      </pc:sldChg>
      <pc:sldChg chg="del">
        <pc:chgData name="Sudheendra Herkal" userId="f3c620e209f08778" providerId="LiveId" clId="{D033AD51-43D7-4C91-8920-6A838971EEC3}" dt="2025-10-23T09:45:06.579" v="35" actId="47"/>
        <pc:sldMkLst>
          <pc:docMk/>
          <pc:sldMk cId="3563085785" sldId="376"/>
        </pc:sldMkLst>
      </pc:sldChg>
      <pc:sldChg chg="del">
        <pc:chgData name="Sudheendra Herkal" userId="f3c620e209f08778" providerId="LiveId" clId="{D033AD51-43D7-4C91-8920-6A838971EEC3}" dt="2025-10-23T09:45:06.579" v="35" actId="47"/>
        <pc:sldMkLst>
          <pc:docMk/>
          <pc:sldMk cId="2750961097" sldId="377"/>
        </pc:sldMkLst>
      </pc:sldChg>
      <pc:sldChg chg="del">
        <pc:chgData name="Sudheendra Herkal" userId="f3c620e209f08778" providerId="LiveId" clId="{D033AD51-43D7-4C91-8920-6A838971EEC3}" dt="2025-10-23T09:45:06.579" v="35" actId="47"/>
        <pc:sldMkLst>
          <pc:docMk/>
          <pc:sldMk cId="3653336609" sldId="378"/>
        </pc:sldMkLst>
      </pc:sldChg>
      <pc:sldChg chg="del">
        <pc:chgData name="Sudheendra Herkal" userId="f3c620e209f08778" providerId="LiveId" clId="{D033AD51-43D7-4C91-8920-6A838971EEC3}" dt="2025-10-23T09:45:06.579" v="35" actId="47"/>
        <pc:sldMkLst>
          <pc:docMk/>
          <pc:sldMk cId="2314582350" sldId="379"/>
        </pc:sldMkLst>
      </pc:sldChg>
      <pc:sldChg chg="del">
        <pc:chgData name="Sudheendra Herkal" userId="f3c620e209f08778" providerId="LiveId" clId="{D033AD51-43D7-4C91-8920-6A838971EEC3}" dt="2025-10-23T09:45:06.579" v="35" actId="47"/>
        <pc:sldMkLst>
          <pc:docMk/>
          <pc:sldMk cId="4167932514" sldId="380"/>
        </pc:sldMkLst>
      </pc:sldChg>
      <pc:sldChg chg="del">
        <pc:chgData name="Sudheendra Herkal" userId="f3c620e209f08778" providerId="LiveId" clId="{D033AD51-43D7-4C91-8920-6A838971EEC3}" dt="2025-10-23T09:45:06.579" v="35" actId="47"/>
        <pc:sldMkLst>
          <pc:docMk/>
          <pc:sldMk cId="1491311098" sldId="381"/>
        </pc:sldMkLst>
      </pc:sldChg>
      <pc:sldChg chg="del">
        <pc:chgData name="Sudheendra Herkal" userId="f3c620e209f08778" providerId="LiveId" clId="{D033AD51-43D7-4C91-8920-6A838971EEC3}" dt="2025-10-23T09:45:06.579" v="35" actId="47"/>
        <pc:sldMkLst>
          <pc:docMk/>
          <pc:sldMk cId="3692099363" sldId="382"/>
        </pc:sldMkLst>
      </pc:sldChg>
      <pc:sldChg chg="del">
        <pc:chgData name="Sudheendra Herkal" userId="f3c620e209f08778" providerId="LiveId" clId="{D033AD51-43D7-4C91-8920-6A838971EEC3}" dt="2025-10-23T09:45:06.579" v="35" actId="47"/>
        <pc:sldMkLst>
          <pc:docMk/>
          <pc:sldMk cId="255134575" sldId="383"/>
        </pc:sldMkLst>
      </pc:sldChg>
      <pc:sldChg chg="del">
        <pc:chgData name="Sudheendra Herkal" userId="f3c620e209f08778" providerId="LiveId" clId="{D033AD51-43D7-4C91-8920-6A838971EEC3}" dt="2025-10-23T09:45:06.579" v="35" actId="47"/>
        <pc:sldMkLst>
          <pc:docMk/>
          <pc:sldMk cId="2527319257" sldId="384"/>
        </pc:sldMkLst>
      </pc:sldChg>
      <pc:sldChg chg="del">
        <pc:chgData name="Sudheendra Herkal" userId="f3c620e209f08778" providerId="LiveId" clId="{D033AD51-43D7-4C91-8920-6A838971EEC3}" dt="2025-10-23T09:45:06.579" v="35" actId="47"/>
        <pc:sldMkLst>
          <pc:docMk/>
          <pc:sldMk cId="1655332884" sldId="385"/>
        </pc:sldMkLst>
      </pc:sldChg>
      <pc:sldChg chg="del">
        <pc:chgData name="Sudheendra Herkal" userId="f3c620e209f08778" providerId="LiveId" clId="{D033AD51-43D7-4C91-8920-6A838971EEC3}" dt="2025-10-23T09:45:06.579" v="35" actId="47"/>
        <pc:sldMkLst>
          <pc:docMk/>
          <pc:sldMk cId="2059798950" sldId="386"/>
        </pc:sldMkLst>
      </pc:sldChg>
      <pc:sldChg chg="del">
        <pc:chgData name="Sudheendra Herkal" userId="f3c620e209f08778" providerId="LiveId" clId="{D033AD51-43D7-4C91-8920-6A838971EEC3}" dt="2025-10-23T09:45:06.579" v="35" actId="47"/>
        <pc:sldMkLst>
          <pc:docMk/>
          <pc:sldMk cId="1593386309" sldId="387"/>
        </pc:sldMkLst>
      </pc:sldChg>
      <pc:sldChg chg="del">
        <pc:chgData name="Sudheendra Herkal" userId="f3c620e209f08778" providerId="LiveId" clId="{D033AD51-43D7-4C91-8920-6A838971EEC3}" dt="2025-10-23T09:45:06.579" v="35" actId="47"/>
        <pc:sldMkLst>
          <pc:docMk/>
          <pc:sldMk cId="2492928537" sldId="388"/>
        </pc:sldMkLst>
      </pc:sldChg>
      <pc:sldChg chg="del">
        <pc:chgData name="Sudheendra Herkal" userId="f3c620e209f08778" providerId="LiveId" clId="{D033AD51-43D7-4C91-8920-6A838971EEC3}" dt="2025-10-23T09:45:06.579" v="35" actId="47"/>
        <pc:sldMkLst>
          <pc:docMk/>
          <pc:sldMk cId="1043483234" sldId="389"/>
        </pc:sldMkLst>
      </pc:sldChg>
    </pc:docChg>
  </pc:docChgLst>
  <pc:docChgLst>
    <pc:chgData name="Sudheendra Herkal" userId="f3c620e209f08778" providerId="LiveId" clId="{EDB08B13-A852-4598-A3F5-7C83E09B8ED4}"/>
    <pc:docChg chg="undo redo custSel addSld modSld">
      <pc:chgData name="Sudheendra Herkal" userId="f3c620e209f08778" providerId="LiveId" clId="{EDB08B13-A852-4598-A3F5-7C83E09B8ED4}" dt="2025-10-09T12:52:34.148" v="6875" actId="20577"/>
      <pc:docMkLst>
        <pc:docMk/>
      </pc:docMkLst>
      <pc:sldChg chg="modSp mod">
        <pc:chgData name="Sudheendra Herkal" userId="f3c620e209f08778" providerId="LiveId" clId="{EDB08B13-A852-4598-A3F5-7C83E09B8ED4}" dt="2025-10-08T11:41:47.910" v="6" actId="20577"/>
        <pc:sldMkLst>
          <pc:docMk/>
          <pc:sldMk cId="74970760" sldId="262"/>
        </pc:sldMkLst>
      </pc:sldChg>
      <pc:sldChg chg="modAnim">
        <pc:chgData name="Sudheendra Herkal" userId="f3c620e209f08778" providerId="LiveId" clId="{EDB08B13-A852-4598-A3F5-7C83E09B8ED4}" dt="2025-10-08T11:42:11.378" v="8"/>
        <pc:sldMkLst>
          <pc:docMk/>
          <pc:sldMk cId="3309707328" sldId="264"/>
        </pc:sldMkLst>
      </pc:sldChg>
      <pc:sldChg chg="modAnim">
        <pc:chgData name="Sudheendra Herkal" userId="f3c620e209f08778" providerId="LiveId" clId="{EDB08B13-A852-4598-A3F5-7C83E09B8ED4}" dt="2025-10-08T11:42:07.191" v="7"/>
        <pc:sldMkLst>
          <pc:docMk/>
          <pc:sldMk cId="1995030943" sldId="266"/>
        </pc:sldMkLst>
      </pc:sldChg>
      <pc:sldChg chg="modSp">
        <pc:chgData name="Sudheendra Herkal" userId="f3c620e209f08778" providerId="LiveId" clId="{EDB08B13-A852-4598-A3F5-7C83E09B8ED4}" dt="2025-10-09T11:21:37.933" v="3444" actId="20577"/>
        <pc:sldMkLst>
          <pc:docMk/>
          <pc:sldMk cId="3618754212" sldId="267"/>
        </pc:sldMkLst>
      </pc:sldChg>
      <pc:sldChg chg="modSp">
        <pc:chgData name="Sudheendra Herkal" userId="f3c620e209f08778" providerId="LiveId" clId="{EDB08B13-A852-4598-A3F5-7C83E09B8ED4}" dt="2025-10-09T11:24:00.293" v="3467" actId="20577"/>
        <pc:sldMkLst>
          <pc:docMk/>
          <pc:sldMk cId="3798324061" sldId="268"/>
        </pc:sldMkLst>
      </pc:sldChg>
      <pc:sldChg chg="modSp mod">
        <pc:chgData name="Sudheendra Herkal" userId="f3c620e209f08778" providerId="LiveId" clId="{EDB08B13-A852-4598-A3F5-7C83E09B8ED4}" dt="2025-10-09T11:22:59.307" v="3460" actId="27636"/>
        <pc:sldMkLst>
          <pc:docMk/>
          <pc:sldMk cId="3779446480" sldId="269"/>
        </pc:sldMkLst>
      </pc:sldChg>
      <pc:sldChg chg="modSp">
        <pc:chgData name="Sudheendra Herkal" userId="f3c620e209f08778" providerId="LiveId" clId="{EDB08B13-A852-4598-A3F5-7C83E09B8ED4}" dt="2025-10-09T11:22:37.946" v="3458" actId="20577"/>
        <pc:sldMkLst>
          <pc:docMk/>
          <pc:sldMk cId="1285202188" sldId="271"/>
        </pc:sldMkLst>
      </pc:sldChg>
      <pc:sldChg chg="modSp new mod">
        <pc:chgData name="Sudheendra Herkal" userId="f3c620e209f08778" providerId="LiveId" clId="{EDB08B13-A852-4598-A3F5-7C83E09B8ED4}" dt="2025-10-09T11:28:22.276" v="3509" actId="20577"/>
        <pc:sldMkLst>
          <pc:docMk/>
          <pc:sldMk cId="116796527" sldId="358"/>
        </pc:sldMkLst>
      </pc:sldChg>
      <pc:sldChg chg="modSp new mod">
        <pc:chgData name="Sudheendra Herkal" userId="f3c620e209f08778" providerId="LiveId" clId="{EDB08B13-A852-4598-A3F5-7C83E09B8ED4}" dt="2025-10-09T11:00:45.459" v="3429" actId="20577"/>
        <pc:sldMkLst>
          <pc:docMk/>
          <pc:sldMk cId="1723249886" sldId="359"/>
        </pc:sldMkLst>
      </pc:sldChg>
      <pc:sldChg chg="addSp delSp modSp new mod">
        <pc:chgData name="Sudheendra Herkal" userId="f3c620e209f08778" providerId="LiveId" clId="{EDB08B13-A852-4598-A3F5-7C83E09B8ED4}" dt="2025-10-09T11:27:11.520" v="3477" actId="20577"/>
        <pc:sldMkLst>
          <pc:docMk/>
          <pc:sldMk cId="2976915603" sldId="360"/>
        </pc:sldMkLst>
      </pc:sldChg>
      <pc:sldChg chg="modSp new mod">
        <pc:chgData name="Sudheendra Herkal" userId="f3c620e209f08778" providerId="LiveId" clId="{EDB08B13-A852-4598-A3F5-7C83E09B8ED4}" dt="2025-10-09T11:28:03.197" v="3505" actId="20577"/>
        <pc:sldMkLst>
          <pc:docMk/>
          <pc:sldMk cId="2339331218" sldId="361"/>
        </pc:sldMkLst>
      </pc:sldChg>
      <pc:sldChg chg="addSp delSp modSp new mod">
        <pc:chgData name="Sudheendra Herkal" userId="f3c620e209f08778" providerId="LiveId" clId="{EDB08B13-A852-4598-A3F5-7C83E09B8ED4}" dt="2025-10-09T11:34:20.167" v="3542" actId="313"/>
        <pc:sldMkLst>
          <pc:docMk/>
          <pc:sldMk cId="2669044741" sldId="362"/>
        </pc:sldMkLst>
      </pc:sldChg>
      <pc:sldChg chg="modSp new mod">
        <pc:chgData name="Sudheendra Herkal" userId="f3c620e209f08778" providerId="LiveId" clId="{EDB08B13-A852-4598-A3F5-7C83E09B8ED4}" dt="2025-10-09T12:46:51.572" v="6763" actId="20577"/>
        <pc:sldMkLst>
          <pc:docMk/>
          <pc:sldMk cId="3258131539" sldId="363"/>
        </pc:sldMkLst>
      </pc:sldChg>
      <pc:sldChg chg="addSp delSp modSp new mod">
        <pc:chgData name="Sudheendra Herkal" userId="f3c620e209f08778" providerId="LiveId" clId="{EDB08B13-A852-4598-A3F5-7C83E09B8ED4}" dt="2025-10-09T11:31:14.416" v="3541" actId="1076"/>
        <pc:sldMkLst>
          <pc:docMk/>
          <pc:sldMk cId="585506794" sldId="364"/>
        </pc:sldMkLst>
      </pc:sldChg>
      <pc:sldChg chg="addSp delSp modSp new mod">
        <pc:chgData name="Sudheendra Herkal" userId="f3c620e209f08778" providerId="LiveId" clId="{EDB08B13-A852-4598-A3F5-7C83E09B8ED4}" dt="2025-10-09T11:42:19.870" v="4240" actId="1076"/>
        <pc:sldMkLst>
          <pc:docMk/>
          <pc:sldMk cId="1174977947" sldId="365"/>
        </pc:sldMkLst>
      </pc:sldChg>
      <pc:sldChg chg="modSp new mod modNotesTx">
        <pc:chgData name="Sudheendra Herkal" userId="f3c620e209f08778" providerId="LiveId" clId="{EDB08B13-A852-4598-A3F5-7C83E09B8ED4}" dt="2025-10-09T12:48:06.021" v="6777" actId="20577"/>
        <pc:sldMkLst>
          <pc:docMk/>
          <pc:sldMk cId="365300225" sldId="366"/>
        </pc:sldMkLst>
      </pc:sldChg>
      <pc:sldChg chg="addSp modSp new mod">
        <pc:chgData name="Sudheendra Herkal" userId="f3c620e209f08778" providerId="LiveId" clId="{EDB08B13-A852-4598-A3F5-7C83E09B8ED4}" dt="2025-10-09T12:52:34.148" v="6875" actId="20577"/>
        <pc:sldMkLst>
          <pc:docMk/>
          <pc:sldMk cId="2471643902" sldId="367"/>
        </pc:sldMkLst>
      </pc:sldChg>
      <pc:sldChg chg="delSp modSp add mod">
        <pc:chgData name="Sudheendra Herkal" userId="f3c620e209f08778" providerId="LiveId" clId="{EDB08B13-A852-4598-A3F5-7C83E09B8ED4}" dt="2025-10-09T12:27:03.337" v="6148" actId="1076"/>
        <pc:sldMkLst>
          <pc:docMk/>
          <pc:sldMk cId="1670509580" sldId="368"/>
        </pc:sldMkLst>
      </pc:sldChg>
      <pc:sldChg chg="addSp delSp modSp new mod">
        <pc:chgData name="Sudheendra Herkal" userId="f3c620e209f08778" providerId="LiveId" clId="{EDB08B13-A852-4598-A3F5-7C83E09B8ED4}" dt="2025-10-09T12:28:57.447" v="6228" actId="20577"/>
        <pc:sldMkLst>
          <pc:docMk/>
          <pc:sldMk cId="57302856" sldId="369"/>
        </pc:sldMkLst>
      </pc:sldChg>
      <pc:sldChg chg="addSp modSp new mod modAnim modNotesTx">
        <pc:chgData name="Sudheendra Herkal" userId="f3c620e209f08778" providerId="LiveId" clId="{EDB08B13-A852-4598-A3F5-7C83E09B8ED4}" dt="2025-10-09T12:46:06.618" v="6761" actId="20577"/>
        <pc:sldMkLst>
          <pc:docMk/>
          <pc:sldMk cId="499465743" sldId="370"/>
        </pc:sldMkLst>
      </pc:sldChg>
    </pc:docChg>
  </pc:docChgLst>
  <pc:docChgLst>
    <pc:chgData name="Sudheendra Herkal" userId="f3c620e209f08778" providerId="LiveId" clId="{A57C8066-4218-48F7-8442-107EC3E4BB1D}"/>
    <pc:docChg chg="undo redo custSel addSld delSld modSld sldOrd">
      <pc:chgData name="Sudheendra Herkal" userId="f3c620e209f08778" providerId="LiveId" clId="{A57C8066-4218-48F7-8442-107EC3E4BB1D}" dt="2025-10-29T04:43:44.673" v="698" actId="47"/>
      <pc:docMkLst>
        <pc:docMk/>
      </pc:docMkLst>
      <pc:sldChg chg="modSp mod">
        <pc:chgData name="Sudheendra Herkal" userId="f3c620e209f08778" providerId="LiveId" clId="{A57C8066-4218-48F7-8442-107EC3E4BB1D}" dt="2025-10-28T10:23:50.781" v="116" actId="1076"/>
        <pc:sldMkLst>
          <pc:docMk/>
          <pc:sldMk cId="3096203807" sldId="374"/>
        </pc:sldMkLst>
        <pc:spChg chg="mod">
          <ac:chgData name="Sudheendra Herkal" userId="f3c620e209f08778" providerId="LiveId" clId="{A57C8066-4218-48F7-8442-107EC3E4BB1D}" dt="2025-10-28T10:23:46.014" v="114" actId="14100"/>
          <ac:spMkLst>
            <pc:docMk/>
            <pc:sldMk cId="3096203807" sldId="374"/>
            <ac:spMk id="4" creationId="{BB98833F-7706-07FB-7D08-1A9890FF541E}"/>
          </ac:spMkLst>
        </pc:spChg>
        <pc:picChg chg="mod">
          <ac:chgData name="Sudheendra Herkal" userId="f3c620e209f08778" providerId="LiveId" clId="{A57C8066-4218-48F7-8442-107EC3E4BB1D}" dt="2025-10-28T10:23:50.781" v="116" actId="1076"/>
          <ac:picMkLst>
            <pc:docMk/>
            <pc:sldMk cId="3096203807" sldId="374"/>
            <ac:picMk id="1026" creationId="{560C53AC-80D6-D2B8-6864-8FA4193945C0}"/>
          </ac:picMkLst>
        </pc:picChg>
      </pc:sldChg>
      <pc:sldChg chg="del">
        <pc:chgData name="Sudheendra Herkal" userId="f3c620e209f08778" providerId="LiveId" clId="{A57C8066-4218-48F7-8442-107EC3E4BB1D}" dt="2025-10-29T04:43:44.673" v="698" actId="47"/>
        <pc:sldMkLst>
          <pc:docMk/>
          <pc:sldMk cId="2389371824" sldId="375"/>
        </pc:sldMkLst>
      </pc:sldChg>
      <pc:sldChg chg="del">
        <pc:chgData name="Sudheendra Herkal" userId="f3c620e209f08778" providerId="LiveId" clId="{A57C8066-4218-48F7-8442-107EC3E4BB1D}" dt="2025-10-29T04:43:44.673" v="698" actId="47"/>
        <pc:sldMkLst>
          <pc:docMk/>
          <pc:sldMk cId="392290644" sldId="376"/>
        </pc:sldMkLst>
      </pc:sldChg>
      <pc:sldChg chg="del">
        <pc:chgData name="Sudheendra Herkal" userId="f3c620e209f08778" providerId="LiveId" clId="{A57C8066-4218-48F7-8442-107EC3E4BB1D}" dt="2025-10-29T04:43:44.673" v="698" actId="47"/>
        <pc:sldMkLst>
          <pc:docMk/>
          <pc:sldMk cId="1436303322" sldId="377"/>
        </pc:sldMkLst>
      </pc:sldChg>
      <pc:sldChg chg="modSp del">
        <pc:chgData name="Sudheendra Herkal" userId="f3c620e209f08778" providerId="LiveId" clId="{A57C8066-4218-48F7-8442-107EC3E4BB1D}" dt="2025-10-29T04:43:44.673" v="698" actId="47"/>
        <pc:sldMkLst>
          <pc:docMk/>
          <pc:sldMk cId="3255637261" sldId="378"/>
        </pc:sldMkLst>
        <pc:spChg chg="mod">
          <ac:chgData name="Sudheendra Herkal" userId="f3c620e209f08778" providerId="LiveId" clId="{A57C8066-4218-48F7-8442-107EC3E4BB1D}" dt="2025-10-28T10:27:27.520" v="130" actId="20577"/>
          <ac:spMkLst>
            <pc:docMk/>
            <pc:sldMk cId="3255637261" sldId="378"/>
            <ac:spMk id="3" creationId="{BF018769-2BB3-565D-6590-85E6A5790624}"/>
          </ac:spMkLst>
        </pc:spChg>
      </pc:sldChg>
      <pc:sldChg chg="del">
        <pc:chgData name="Sudheendra Herkal" userId="f3c620e209f08778" providerId="LiveId" clId="{A57C8066-4218-48F7-8442-107EC3E4BB1D}" dt="2025-10-29T04:43:44.673" v="698" actId="47"/>
        <pc:sldMkLst>
          <pc:docMk/>
          <pc:sldMk cId="3542484699" sldId="379"/>
        </pc:sldMkLst>
      </pc:sldChg>
      <pc:sldChg chg="del">
        <pc:chgData name="Sudheendra Herkal" userId="f3c620e209f08778" providerId="LiveId" clId="{A57C8066-4218-48F7-8442-107EC3E4BB1D}" dt="2025-10-29T04:43:44.673" v="698" actId="47"/>
        <pc:sldMkLst>
          <pc:docMk/>
          <pc:sldMk cId="522327772" sldId="380"/>
        </pc:sldMkLst>
      </pc:sldChg>
      <pc:sldChg chg="modSp del mod">
        <pc:chgData name="Sudheendra Herkal" userId="f3c620e209f08778" providerId="LiveId" clId="{A57C8066-4218-48F7-8442-107EC3E4BB1D}" dt="2025-10-28T10:41:59.156" v="641" actId="47"/>
        <pc:sldMkLst>
          <pc:docMk/>
          <pc:sldMk cId="443662475" sldId="381"/>
        </pc:sldMkLst>
        <pc:spChg chg="mod">
          <ac:chgData name="Sudheendra Herkal" userId="f3c620e209f08778" providerId="LiveId" clId="{A57C8066-4218-48F7-8442-107EC3E4BB1D}" dt="2025-10-27T11:21:50.824" v="91" actId="313"/>
          <ac:spMkLst>
            <pc:docMk/>
            <pc:sldMk cId="443662475" sldId="381"/>
            <ac:spMk id="3" creationId="{502CBC33-1DC7-E63D-E302-4D65A03EE476}"/>
          </ac:spMkLst>
        </pc:spChg>
      </pc:sldChg>
      <pc:sldChg chg="new del">
        <pc:chgData name="Sudheendra Herkal" userId="f3c620e209f08778" providerId="LiveId" clId="{A57C8066-4218-48F7-8442-107EC3E4BB1D}" dt="2025-10-28T10:28:45.249" v="131" actId="47"/>
        <pc:sldMkLst>
          <pc:docMk/>
          <pc:sldMk cId="1089156690" sldId="382"/>
        </pc:sldMkLst>
      </pc:sldChg>
      <pc:sldChg chg="modSp new mod ord">
        <pc:chgData name="Sudheendra Herkal" userId="f3c620e209f08778" providerId="LiveId" clId="{A57C8066-4218-48F7-8442-107EC3E4BB1D}" dt="2025-10-28T10:36:29.547" v="376"/>
        <pc:sldMkLst>
          <pc:docMk/>
          <pc:sldMk cId="1961718344" sldId="382"/>
        </pc:sldMkLst>
        <pc:spChg chg="mod">
          <ac:chgData name="Sudheendra Herkal" userId="f3c620e209f08778" providerId="LiveId" clId="{A57C8066-4218-48F7-8442-107EC3E4BB1D}" dt="2025-10-28T10:33:44.172" v="135"/>
          <ac:spMkLst>
            <pc:docMk/>
            <pc:sldMk cId="1961718344" sldId="382"/>
            <ac:spMk id="2" creationId="{ED2E12D2-3FF5-EAEC-F813-1EEDC7355B22}"/>
          </ac:spMkLst>
        </pc:spChg>
        <pc:spChg chg="mod">
          <ac:chgData name="Sudheendra Herkal" userId="f3c620e209f08778" providerId="LiveId" clId="{A57C8066-4218-48F7-8442-107EC3E4BB1D}" dt="2025-10-28T10:36:29.547" v="376"/>
          <ac:spMkLst>
            <pc:docMk/>
            <pc:sldMk cId="1961718344" sldId="382"/>
            <ac:spMk id="3" creationId="{D099E40F-BF5A-4A2E-A8E5-85243E33D52B}"/>
          </ac:spMkLst>
        </pc:spChg>
      </pc:sldChg>
      <pc:sldChg chg="modSp add mod">
        <pc:chgData name="Sudheendra Herkal" userId="f3c620e209f08778" providerId="LiveId" clId="{A57C8066-4218-48F7-8442-107EC3E4BB1D}" dt="2025-10-28T10:35:41.140" v="313" actId="20577"/>
        <pc:sldMkLst>
          <pc:docMk/>
          <pc:sldMk cId="857583381" sldId="383"/>
        </pc:sldMkLst>
        <pc:spChg chg="mod">
          <ac:chgData name="Sudheendra Herkal" userId="f3c620e209f08778" providerId="LiveId" clId="{A57C8066-4218-48F7-8442-107EC3E4BB1D}" dt="2025-10-28T10:35:41.140" v="313" actId="20577"/>
          <ac:spMkLst>
            <pc:docMk/>
            <pc:sldMk cId="857583381" sldId="383"/>
            <ac:spMk id="2" creationId="{955DA84A-DA9A-97D8-261F-C618A6A29789}"/>
          </ac:spMkLst>
        </pc:spChg>
      </pc:sldChg>
      <pc:sldChg chg="modSp add mod">
        <pc:chgData name="Sudheendra Herkal" userId="f3c620e209f08778" providerId="LiveId" clId="{A57C8066-4218-48F7-8442-107EC3E4BB1D}" dt="2025-10-28T10:36:38.412" v="379"/>
        <pc:sldMkLst>
          <pc:docMk/>
          <pc:sldMk cId="3893216504" sldId="384"/>
        </pc:sldMkLst>
        <pc:spChg chg="mod">
          <ac:chgData name="Sudheendra Herkal" userId="f3c620e209f08778" providerId="LiveId" clId="{A57C8066-4218-48F7-8442-107EC3E4BB1D}" dt="2025-10-28T10:35:44.421" v="315" actId="20577"/>
          <ac:spMkLst>
            <pc:docMk/>
            <pc:sldMk cId="3893216504" sldId="384"/>
            <ac:spMk id="2" creationId="{F9DDCFD8-C254-C9FB-FE7D-F603F83F4229}"/>
          </ac:spMkLst>
        </pc:spChg>
        <pc:spChg chg="mod">
          <ac:chgData name="Sudheendra Herkal" userId="f3c620e209f08778" providerId="LiveId" clId="{A57C8066-4218-48F7-8442-107EC3E4BB1D}" dt="2025-10-28T10:36:38.412" v="379"/>
          <ac:spMkLst>
            <pc:docMk/>
            <pc:sldMk cId="3893216504" sldId="384"/>
            <ac:spMk id="3" creationId="{EE0971BF-17EC-BFC9-A62D-115C07EAABE9}"/>
          </ac:spMkLst>
        </pc:spChg>
      </pc:sldChg>
      <pc:sldChg chg="modSp new mod modAnim">
        <pc:chgData name="Sudheendra Herkal" userId="f3c620e209f08778" providerId="LiveId" clId="{A57C8066-4218-48F7-8442-107EC3E4BB1D}" dt="2025-10-28T10:44:23.328" v="697" actId="20577"/>
        <pc:sldMkLst>
          <pc:docMk/>
          <pc:sldMk cId="248100402" sldId="385"/>
        </pc:sldMkLst>
        <pc:spChg chg="mod">
          <ac:chgData name="Sudheendra Herkal" userId="f3c620e209f08778" providerId="LiveId" clId="{A57C8066-4218-48F7-8442-107EC3E4BB1D}" dt="2025-10-28T10:38:04.844" v="388" actId="20577"/>
          <ac:spMkLst>
            <pc:docMk/>
            <pc:sldMk cId="248100402" sldId="385"/>
            <ac:spMk id="2" creationId="{C5125DAF-11C2-C78E-25E7-DD9571BDB804}"/>
          </ac:spMkLst>
        </pc:spChg>
        <pc:spChg chg="mod">
          <ac:chgData name="Sudheendra Herkal" userId="f3c620e209f08778" providerId="LiveId" clId="{A57C8066-4218-48F7-8442-107EC3E4BB1D}" dt="2025-10-28T10:44:23.328" v="697" actId="20577"/>
          <ac:spMkLst>
            <pc:docMk/>
            <pc:sldMk cId="248100402" sldId="385"/>
            <ac:spMk id="3" creationId="{09EFE860-8712-20F6-ABE9-951B21FE441B}"/>
          </ac:spMkLst>
        </pc:spChg>
      </pc:sldChg>
      <pc:sldChg chg="new del">
        <pc:chgData name="Sudheendra Herkal" userId="f3c620e209f08778" providerId="LiveId" clId="{A57C8066-4218-48F7-8442-107EC3E4BB1D}" dt="2025-10-28T10:42:45.538" v="643" actId="47"/>
        <pc:sldMkLst>
          <pc:docMk/>
          <pc:sldMk cId="2248721619" sldId="386"/>
        </pc:sldMkLst>
      </pc:sldChg>
    </pc:docChg>
  </pc:docChgLst>
  <pc:docChgLst>
    <pc:chgData name="Sudheendra Herkal" userId="f3c620e209f08778" providerId="LiveId" clId="{3694C9B6-C086-48BB-9E5A-BA7629FDFD6E}"/>
    <pc:docChg chg="undo redo custSel addSld delSld modSld sldOrd modMainMaster">
      <pc:chgData name="Sudheendra Herkal" userId="f3c620e209f08778" providerId="LiveId" clId="{3694C9B6-C086-48BB-9E5A-BA7629FDFD6E}" dt="2025-10-28T11:28:04.953" v="12409" actId="20577"/>
      <pc:docMkLst>
        <pc:docMk/>
      </pc:docMkLst>
      <pc:sldChg chg="modSp mod">
        <pc:chgData name="Sudheendra Herkal" userId="f3c620e209f08778" providerId="LiveId" clId="{3694C9B6-C086-48BB-9E5A-BA7629FDFD6E}" dt="2025-10-26T07:38:01.122" v="9927" actId="20577"/>
        <pc:sldMkLst>
          <pc:docMk/>
          <pc:sldMk cId="915932053" sldId="256"/>
        </pc:sldMkLst>
        <pc:spChg chg="mod">
          <ac:chgData name="Sudheendra Herkal" userId="f3c620e209f08778" providerId="LiveId" clId="{3694C9B6-C086-48BB-9E5A-BA7629FDFD6E}" dt="2025-10-26T07:38:01.122" v="9927" actId="20577"/>
          <ac:spMkLst>
            <pc:docMk/>
            <pc:sldMk cId="915932053" sldId="256"/>
            <ac:spMk id="2" creationId="{7AEBE441-9013-3A7F-EB64-42A80AA1D73E}"/>
          </ac:spMkLst>
        </pc:spChg>
      </pc:sldChg>
      <pc:sldChg chg="del">
        <pc:chgData name="Sudheendra Herkal" userId="f3c620e209f08778" providerId="LiveId" clId="{3694C9B6-C086-48BB-9E5A-BA7629FDFD6E}" dt="2025-10-11T08:14:10.204" v="59" actId="47"/>
        <pc:sldMkLst>
          <pc:docMk/>
          <pc:sldMk cId="2139743339" sldId="257"/>
        </pc:sldMkLst>
      </pc:sldChg>
      <pc:sldChg chg="del">
        <pc:chgData name="Sudheendra Herkal" userId="f3c620e209f08778" providerId="LiveId" clId="{3694C9B6-C086-48BB-9E5A-BA7629FDFD6E}" dt="2025-10-11T08:14:10.204" v="59" actId="47"/>
        <pc:sldMkLst>
          <pc:docMk/>
          <pc:sldMk cId="2126293867" sldId="258"/>
        </pc:sldMkLst>
      </pc:sldChg>
      <pc:sldChg chg="del">
        <pc:chgData name="Sudheendra Herkal" userId="f3c620e209f08778" providerId="LiveId" clId="{3694C9B6-C086-48BB-9E5A-BA7629FDFD6E}" dt="2025-10-11T08:14:10.204" v="59" actId="47"/>
        <pc:sldMkLst>
          <pc:docMk/>
          <pc:sldMk cId="2314123304" sldId="259"/>
        </pc:sldMkLst>
      </pc:sldChg>
      <pc:sldChg chg="del">
        <pc:chgData name="Sudheendra Herkal" userId="f3c620e209f08778" providerId="LiveId" clId="{3694C9B6-C086-48BB-9E5A-BA7629FDFD6E}" dt="2025-10-11T08:14:10.204" v="59" actId="47"/>
        <pc:sldMkLst>
          <pc:docMk/>
          <pc:sldMk cId="424699907" sldId="260"/>
        </pc:sldMkLst>
      </pc:sldChg>
      <pc:sldChg chg="del">
        <pc:chgData name="Sudheendra Herkal" userId="f3c620e209f08778" providerId="LiveId" clId="{3694C9B6-C086-48BB-9E5A-BA7629FDFD6E}" dt="2025-10-11T08:14:10.204" v="59" actId="47"/>
        <pc:sldMkLst>
          <pc:docMk/>
          <pc:sldMk cId="3852952047" sldId="261"/>
        </pc:sldMkLst>
      </pc:sldChg>
      <pc:sldChg chg="del">
        <pc:chgData name="Sudheendra Herkal" userId="f3c620e209f08778" providerId="LiveId" clId="{3694C9B6-C086-48BB-9E5A-BA7629FDFD6E}" dt="2025-10-11T08:14:10.204" v="59" actId="47"/>
        <pc:sldMkLst>
          <pc:docMk/>
          <pc:sldMk cId="74970760" sldId="262"/>
        </pc:sldMkLst>
      </pc:sldChg>
      <pc:sldChg chg="del">
        <pc:chgData name="Sudheendra Herkal" userId="f3c620e209f08778" providerId="LiveId" clId="{3694C9B6-C086-48BB-9E5A-BA7629FDFD6E}" dt="2025-10-11T08:14:10.204" v="59" actId="47"/>
        <pc:sldMkLst>
          <pc:docMk/>
          <pc:sldMk cId="3010937382" sldId="263"/>
        </pc:sldMkLst>
      </pc:sldChg>
      <pc:sldChg chg="del">
        <pc:chgData name="Sudheendra Herkal" userId="f3c620e209f08778" providerId="LiveId" clId="{3694C9B6-C086-48BB-9E5A-BA7629FDFD6E}" dt="2025-10-11T08:14:10.204" v="59" actId="47"/>
        <pc:sldMkLst>
          <pc:docMk/>
          <pc:sldMk cId="3309707328" sldId="264"/>
        </pc:sldMkLst>
      </pc:sldChg>
      <pc:sldChg chg="del">
        <pc:chgData name="Sudheendra Herkal" userId="f3c620e209f08778" providerId="LiveId" clId="{3694C9B6-C086-48BB-9E5A-BA7629FDFD6E}" dt="2025-10-11T08:14:10.204" v="59" actId="47"/>
        <pc:sldMkLst>
          <pc:docMk/>
          <pc:sldMk cId="4225370234" sldId="265"/>
        </pc:sldMkLst>
      </pc:sldChg>
      <pc:sldChg chg="del">
        <pc:chgData name="Sudheendra Herkal" userId="f3c620e209f08778" providerId="LiveId" clId="{3694C9B6-C086-48BB-9E5A-BA7629FDFD6E}" dt="2025-10-11T08:14:10.204" v="59" actId="47"/>
        <pc:sldMkLst>
          <pc:docMk/>
          <pc:sldMk cId="1995030943" sldId="266"/>
        </pc:sldMkLst>
      </pc:sldChg>
      <pc:sldChg chg="del">
        <pc:chgData name="Sudheendra Herkal" userId="f3c620e209f08778" providerId="LiveId" clId="{3694C9B6-C086-48BB-9E5A-BA7629FDFD6E}" dt="2025-10-11T08:14:10.204" v="59" actId="47"/>
        <pc:sldMkLst>
          <pc:docMk/>
          <pc:sldMk cId="3618754212" sldId="267"/>
        </pc:sldMkLst>
      </pc:sldChg>
      <pc:sldChg chg="del">
        <pc:chgData name="Sudheendra Herkal" userId="f3c620e209f08778" providerId="LiveId" clId="{3694C9B6-C086-48BB-9E5A-BA7629FDFD6E}" dt="2025-10-11T08:14:10.204" v="59" actId="47"/>
        <pc:sldMkLst>
          <pc:docMk/>
          <pc:sldMk cId="3798324061" sldId="268"/>
        </pc:sldMkLst>
      </pc:sldChg>
      <pc:sldChg chg="del">
        <pc:chgData name="Sudheendra Herkal" userId="f3c620e209f08778" providerId="LiveId" clId="{3694C9B6-C086-48BB-9E5A-BA7629FDFD6E}" dt="2025-10-11T08:14:10.204" v="59" actId="47"/>
        <pc:sldMkLst>
          <pc:docMk/>
          <pc:sldMk cId="3779446480" sldId="269"/>
        </pc:sldMkLst>
      </pc:sldChg>
      <pc:sldChg chg="del">
        <pc:chgData name="Sudheendra Herkal" userId="f3c620e209f08778" providerId="LiveId" clId="{3694C9B6-C086-48BB-9E5A-BA7629FDFD6E}" dt="2025-10-11T08:14:10.204" v="59" actId="47"/>
        <pc:sldMkLst>
          <pc:docMk/>
          <pc:sldMk cId="1285202188" sldId="271"/>
        </pc:sldMkLst>
      </pc:sldChg>
      <pc:sldChg chg="del">
        <pc:chgData name="Sudheendra Herkal" userId="f3c620e209f08778" providerId="LiveId" clId="{3694C9B6-C086-48BB-9E5A-BA7629FDFD6E}" dt="2025-10-11T08:14:10.204" v="59" actId="47"/>
        <pc:sldMkLst>
          <pc:docMk/>
          <pc:sldMk cId="3751832718" sldId="356"/>
        </pc:sldMkLst>
      </pc:sldChg>
      <pc:sldChg chg="del">
        <pc:chgData name="Sudheendra Herkal" userId="f3c620e209f08778" providerId="LiveId" clId="{3694C9B6-C086-48BB-9E5A-BA7629FDFD6E}" dt="2025-10-11T08:14:10.204" v="59" actId="47"/>
        <pc:sldMkLst>
          <pc:docMk/>
          <pc:sldMk cId="199186078" sldId="357"/>
        </pc:sldMkLst>
      </pc:sldChg>
      <pc:sldChg chg="del">
        <pc:chgData name="Sudheendra Herkal" userId="f3c620e209f08778" providerId="LiveId" clId="{3694C9B6-C086-48BB-9E5A-BA7629FDFD6E}" dt="2025-10-11T08:14:10.204" v="59" actId="47"/>
        <pc:sldMkLst>
          <pc:docMk/>
          <pc:sldMk cId="116796527" sldId="358"/>
        </pc:sldMkLst>
      </pc:sldChg>
      <pc:sldChg chg="del">
        <pc:chgData name="Sudheendra Herkal" userId="f3c620e209f08778" providerId="LiveId" clId="{3694C9B6-C086-48BB-9E5A-BA7629FDFD6E}" dt="2025-10-11T08:14:10.204" v="59" actId="47"/>
        <pc:sldMkLst>
          <pc:docMk/>
          <pc:sldMk cId="1723249886" sldId="359"/>
        </pc:sldMkLst>
      </pc:sldChg>
      <pc:sldChg chg="del">
        <pc:chgData name="Sudheendra Herkal" userId="f3c620e209f08778" providerId="LiveId" clId="{3694C9B6-C086-48BB-9E5A-BA7629FDFD6E}" dt="2025-10-11T08:14:10.204" v="59" actId="47"/>
        <pc:sldMkLst>
          <pc:docMk/>
          <pc:sldMk cId="2976915603" sldId="360"/>
        </pc:sldMkLst>
      </pc:sldChg>
      <pc:sldChg chg="del">
        <pc:chgData name="Sudheendra Herkal" userId="f3c620e209f08778" providerId="LiveId" clId="{3694C9B6-C086-48BB-9E5A-BA7629FDFD6E}" dt="2025-10-11T08:14:10.204" v="59" actId="47"/>
        <pc:sldMkLst>
          <pc:docMk/>
          <pc:sldMk cId="2339331218" sldId="361"/>
        </pc:sldMkLst>
      </pc:sldChg>
      <pc:sldChg chg="modSp mod">
        <pc:chgData name="Sudheendra Herkal" userId="f3c620e209f08778" providerId="LiveId" clId="{3694C9B6-C086-48BB-9E5A-BA7629FDFD6E}" dt="2025-10-16T13:32:14.042" v="5663" actId="27636"/>
        <pc:sldMkLst>
          <pc:docMk/>
          <pc:sldMk cId="3258131539" sldId="363"/>
        </pc:sldMkLst>
      </pc:sldChg>
      <pc:sldChg chg="del">
        <pc:chgData name="Sudheendra Herkal" userId="f3c620e209f08778" providerId="LiveId" clId="{3694C9B6-C086-48BB-9E5A-BA7629FDFD6E}" dt="2025-10-26T07:37:47.480" v="9902" actId="47"/>
        <pc:sldMkLst>
          <pc:docMk/>
          <pc:sldMk cId="585506794" sldId="364"/>
        </pc:sldMkLst>
      </pc:sldChg>
      <pc:sldChg chg="del">
        <pc:chgData name="Sudheendra Herkal" userId="f3c620e209f08778" providerId="LiveId" clId="{3694C9B6-C086-48BB-9E5A-BA7629FDFD6E}" dt="2025-10-26T07:37:47.480" v="9902" actId="47"/>
        <pc:sldMkLst>
          <pc:docMk/>
          <pc:sldMk cId="3856958342" sldId="365"/>
        </pc:sldMkLst>
      </pc:sldChg>
      <pc:sldChg chg="modSp mod">
        <pc:chgData name="Sudheendra Herkal" userId="f3c620e209f08778" providerId="LiveId" clId="{3694C9B6-C086-48BB-9E5A-BA7629FDFD6E}" dt="2025-10-16T13:32:14.455" v="5664" actId="27636"/>
        <pc:sldMkLst>
          <pc:docMk/>
          <pc:sldMk cId="365300225" sldId="366"/>
        </pc:sldMkLst>
      </pc:sldChg>
      <pc:sldChg chg="del">
        <pc:chgData name="Sudheendra Herkal" userId="f3c620e209f08778" providerId="LiveId" clId="{3694C9B6-C086-48BB-9E5A-BA7629FDFD6E}" dt="2025-10-26T07:37:47.480" v="9902" actId="47"/>
        <pc:sldMkLst>
          <pc:docMk/>
          <pc:sldMk cId="1748256421" sldId="366"/>
        </pc:sldMkLst>
      </pc:sldChg>
      <pc:sldChg chg="del">
        <pc:chgData name="Sudheendra Herkal" userId="f3c620e209f08778" providerId="LiveId" clId="{3694C9B6-C086-48BB-9E5A-BA7629FDFD6E}" dt="2025-10-26T07:37:47.480" v="9902" actId="47"/>
        <pc:sldMkLst>
          <pc:docMk/>
          <pc:sldMk cId="3096669529" sldId="367"/>
        </pc:sldMkLst>
      </pc:sldChg>
      <pc:sldChg chg="del">
        <pc:chgData name="Sudheendra Herkal" userId="f3c620e209f08778" providerId="LiveId" clId="{3694C9B6-C086-48BB-9E5A-BA7629FDFD6E}" dt="2025-10-26T07:37:47.480" v="9902" actId="47"/>
        <pc:sldMkLst>
          <pc:docMk/>
          <pc:sldMk cId="3060585067" sldId="368"/>
        </pc:sldMkLst>
      </pc:sldChg>
      <pc:sldChg chg="del">
        <pc:chgData name="Sudheendra Herkal" userId="f3c620e209f08778" providerId="LiveId" clId="{3694C9B6-C086-48BB-9E5A-BA7629FDFD6E}" dt="2025-10-26T07:37:47.480" v="9902" actId="47"/>
        <pc:sldMkLst>
          <pc:docMk/>
          <pc:sldMk cId="2882947285" sldId="369"/>
        </pc:sldMkLst>
      </pc:sldChg>
      <pc:sldChg chg="modSp mod">
        <pc:chgData name="Sudheendra Herkal" userId="f3c620e209f08778" providerId="LiveId" clId="{3694C9B6-C086-48BB-9E5A-BA7629FDFD6E}" dt="2025-10-16T13:32:14.565" v="5665" actId="27636"/>
        <pc:sldMkLst>
          <pc:docMk/>
          <pc:sldMk cId="499465743" sldId="370"/>
        </pc:sldMkLst>
      </pc:sldChg>
      <pc:sldChg chg="ord">
        <pc:chgData name="Sudheendra Herkal" userId="f3c620e209f08778" providerId="LiveId" clId="{3694C9B6-C086-48BB-9E5A-BA7629FDFD6E}" dt="2025-10-28T11:27:27.712" v="12303"/>
        <pc:sldMkLst>
          <pc:docMk/>
          <pc:sldMk cId="3740100220" sldId="370"/>
        </pc:sldMkLst>
      </pc:sldChg>
      <pc:sldChg chg="ord">
        <pc:chgData name="Sudheendra Herkal" userId="f3c620e209f08778" providerId="LiveId" clId="{3694C9B6-C086-48BB-9E5A-BA7629FDFD6E}" dt="2025-10-28T11:27:22.542" v="12301"/>
        <pc:sldMkLst>
          <pc:docMk/>
          <pc:sldMk cId="721516344" sldId="371"/>
        </pc:sldMkLst>
      </pc:sldChg>
      <pc:sldChg chg="addSp modSp new mod">
        <pc:chgData name="Sudheendra Herkal" userId="f3c620e209f08778" providerId="LiveId" clId="{3694C9B6-C086-48BB-9E5A-BA7629FDFD6E}" dt="2025-10-11T08:18:54.888" v="585" actId="1076"/>
        <pc:sldMkLst>
          <pc:docMk/>
          <pc:sldMk cId="2643442200" sldId="371"/>
        </pc:sldMkLst>
      </pc:sldChg>
      <pc:sldChg chg="addSp modSp new mod">
        <pc:chgData name="Sudheendra Herkal" userId="f3c620e209f08778" providerId="LiveId" clId="{3694C9B6-C086-48BB-9E5A-BA7629FDFD6E}" dt="2025-10-11T08:29:39.857" v="1205" actId="1076"/>
        <pc:sldMkLst>
          <pc:docMk/>
          <pc:sldMk cId="1068059281" sldId="372"/>
        </pc:sldMkLst>
      </pc:sldChg>
      <pc:sldChg chg="addSp delSp modSp new mod">
        <pc:chgData name="Sudheendra Herkal" userId="f3c620e209f08778" providerId="LiveId" clId="{3694C9B6-C086-48BB-9E5A-BA7629FDFD6E}" dt="2025-10-11T08:50:01.017" v="2398"/>
        <pc:sldMkLst>
          <pc:docMk/>
          <pc:sldMk cId="3087254464" sldId="373"/>
        </pc:sldMkLst>
      </pc:sldChg>
      <pc:sldChg chg="modSp new mod">
        <pc:chgData name="Sudheendra Herkal" userId="f3c620e209f08778" providerId="LiveId" clId="{3694C9B6-C086-48BB-9E5A-BA7629FDFD6E}" dt="2025-10-11T08:49:55.370" v="2396" actId="20577"/>
        <pc:sldMkLst>
          <pc:docMk/>
          <pc:sldMk cId="2211969740" sldId="374"/>
        </pc:sldMkLst>
      </pc:sldChg>
      <pc:sldChg chg="addSp delSp modSp new mod">
        <pc:chgData name="Sudheendra Herkal" userId="f3c620e209f08778" providerId="LiveId" clId="{3694C9B6-C086-48BB-9E5A-BA7629FDFD6E}" dt="2025-10-26T07:48:51.760" v="10286" actId="1076"/>
        <pc:sldMkLst>
          <pc:docMk/>
          <pc:sldMk cId="3096203807" sldId="374"/>
        </pc:sldMkLst>
        <pc:spChg chg="mod">
          <ac:chgData name="Sudheendra Herkal" userId="f3c620e209f08778" providerId="LiveId" clId="{3694C9B6-C086-48BB-9E5A-BA7629FDFD6E}" dt="2025-10-26T07:43:15.037" v="9948" actId="20577"/>
          <ac:spMkLst>
            <pc:docMk/>
            <pc:sldMk cId="3096203807" sldId="374"/>
            <ac:spMk id="2" creationId="{B78E26A6-8446-A9AB-C53F-2BC6D0087825}"/>
          </ac:spMkLst>
        </pc:spChg>
        <pc:spChg chg="add mod">
          <ac:chgData name="Sudheendra Herkal" userId="f3c620e209f08778" providerId="LiveId" clId="{3694C9B6-C086-48BB-9E5A-BA7629FDFD6E}" dt="2025-10-26T07:48:49.003" v="10285" actId="1076"/>
          <ac:spMkLst>
            <pc:docMk/>
            <pc:sldMk cId="3096203807" sldId="374"/>
            <ac:spMk id="4" creationId="{BB98833F-7706-07FB-7D08-1A9890FF541E}"/>
          </ac:spMkLst>
        </pc:spChg>
        <pc:picChg chg="add mod">
          <ac:chgData name="Sudheendra Herkal" userId="f3c620e209f08778" providerId="LiveId" clId="{3694C9B6-C086-48BB-9E5A-BA7629FDFD6E}" dt="2025-10-26T07:48:51.760" v="10286" actId="1076"/>
          <ac:picMkLst>
            <pc:docMk/>
            <pc:sldMk cId="3096203807" sldId="374"/>
            <ac:picMk id="1026" creationId="{560C53AC-80D6-D2B8-6864-8FA4193945C0}"/>
          </ac:picMkLst>
        </pc:picChg>
      </pc:sldChg>
      <pc:sldChg chg="modSp new mod">
        <pc:chgData name="Sudheendra Herkal" userId="f3c620e209f08778" providerId="LiveId" clId="{3694C9B6-C086-48BB-9E5A-BA7629FDFD6E}" dt="2025-10-11T08:53:34.100" v="2598"/>
        <pc:sldMkLst>
          <pc:docMk/>
          <pc:sldMk cId="1580762665" sldId="375"/>
        </pc:sldMkLst>
      </pc:sldChg>
      <pc:sldChg chg="addSp delSp modSp new mod">
        <pc:chgData name="Sudheendra Herkal" userId="f3c620e209f08778" providerId="LiveId" clId="{3694C9B6-C086-48BB-9E5A-BA7629FDFD6E}" dt="2025-10-26T07:57:04.856" v="10727" actId="403"/>
        <pc:sldMkLst>
          <pc:docMk/>
          <pc:sldMk cId="2389371824" sldId="375"/>
        </pc:sldMkLst>
        <pc:spChg chg="mod">
          <ac:chgData name="Sudheendra Herkal" userId="f3c620e209f08778" providerId="LiveId" clId="{3694C9B6-C086-48BB-9E5A-BA7629FDFD6E}" dt="2025-10-26T07:49:51.065" v="10315" actId="20577"/>
          <ac:spMkLst>
            <pc:docMk/>
            <pc:sldMk cId="2389371824" sldId="375"/>
            <ac:spMk id="2" creationId="{386E1F5C-6943-287D-CDEC-C64190E0C7E4}"/>
          </ac:spMkLst>
        </pc:spChg>
        <pc:spChg chg="mod">
          <ac:chgData name="Sudheendra Herkal" userId="f3c620e209f08778" providerId="LiveId" clId="{3694C9B6-C086-48BB-9E5A-BA7629FDFD6E}" dt="2025-10-26T07:57:04.856" v="10727" actId="403"/>
          <ac:spMkLst>
            <pc:docMk/>
            <pc:sldMk cId="2389371824" sldId="375"/>
            <ac:spMk id="3" creationId="{69E723F6-C3CD-BF4E-6BB3-E547C97E80BD}"/>
          </ac:spMkLst>
        </pc:spChg>
      </pc:sldChg>
      <pc:sldChg chg="modSp new mod">
        <pc:chgData name="Sudheendra Herkal" userId="f3c620e209f08778" providerId="LiveId" clId="{3694C9B6-C086-48BB-9E5A-BA7629FDFD6E}" dt="2025-10-26T08:01:52.699" v="11072" actId="20577"/>
        <pc:sldMkLst>
          <pc:docMk/>
          <pc:sldMk cId="392290644" sldId="376"/>
        </pc:sldMkLst>
        <pc:spChg chg="mod">
          <ac:chgData name="Sudheendra Herkal" userId="f3c620e209f08778" providerId="LiveId" clId="{3694C9B6-C086-48BB-9E5A-BA7629FDFD6E}" dt="2025-10-26T07:57:19.134" v="10759" actId="20577"/>
          <ac:spMkLst>
            <pc:docMk/>
            <pc:sldMk cId="392290644" sldId="376"/>
            <ac:spMk id="2" creationId="{66E3F8D3-5C9F-B6CA-1708-C533979EC9FA}"/>
          </ac:spMkLst>
        </pc:spChg>
        <pc:spChg chg="mod">
          <ac:chgData name="Sudheendra Herkal" userId="f3c620e209f08778" providerId="LiveId" clId="{3694C9B6-C086-48BB-9E5A-BA7629FDFD6E}" dt="2025-10-26T08:01:52.699" v="11072" actId="20577"/>
          <ac:spMkLst>
            <pc:docMk/>
            <pc:sldMk cId="392290644" sldId="376"/>
            <ac:spMk id="3" creationId="{E06E232A-D1B5-150A-CC82-BE1EBAD62402}"/>
          </ac:spMkLst>
        </pc:spChg>
      </pc:sldChg>
      <pc:sldChg chg="modSp new mod">
        <pc:chgData name="Sudheendra Herkal" userId="f3c620e209f08778" providerId="LiveId" clId="{3694C9B6-C086-48BB-9E5A-BA7629FDFD6E}" dt="2025-10-11T08:57:23.016" v="2733" actId="20577"/>
        <pc:sldMkLst>
          <pc:docMk/>
          <pc:sldMk cId="3563085785" sldId="376"/>
        </pc:sldMkLst>
      </pc:sldChg>
      <pc:sldChg chg="addSp delSp modSp new mod">
        <pc:chgData name="Sudheendra Herkal" userId="f3c620e209f08778" providerId="LiveId" clId="{3694C9B6-C086-48BB-9E5A-BA7629FDFD6E}" dt="2025-10-26T08:21:50.563" v="11537" actId="20577"/>
        <pc:sldMkLst>
          <pc:docMk/>
          <pc:sldMk cId="1436303322" sldId="377"/>
        </pc:sldMkLst>
        <pc:spChg chg="mod">
          <ac:chgData name="Sudheendra Herkal" userId="f3c620e209f08778" providerId="LiveId" clId="{3694C9B6-C086-48BB-9E5A-BA7629FDFD6E}" dt="2025-10-26T08:02:02.101" v="11073"/>
          <ac:spMkLst>
            <pc:docMk/>
            <pc:sldMk cId="1436303322" sldId="377"/>
            <ac:spMk id="2" creationId="{66B931C2-2A8F-DB14-3EF4-D7E43DEE14C7}"/>
          </ac:spMkLst>
        </pc:spChg>
        <pc:spChg chg="mod">
          <ac:chgData name="Sudheendra Herkal" userId="f3c620e209f08778" providerId="LiveId" clId="{3694C9B6-C086-48BB-9E5A-BA7629FDFD6E}" dt="2025-10-26T08:21:50.563" v="11537" actId="20577"/>
          <ac:spMkLst>
            <pc:docMk/>
            <pc:sldMk cId="1436303322" sldId="377"/>
            <ac:spMk id="3" creationId="{7E3FCEAC-8E39-6454-2294-BBEC9766DBF9}"/>
          </ac:spMkLst>
        </pc:spChg>
      </pc:sldChg>
      <pc:sldChg chg="addSp delSp modSp new mod">
        <pc:chgData name="Sudheendra Herkal" userId="f3c620e209f08778" providerId="LiveId" clId="{3694C9B6-C086-48BB-9E5A-BA7629FDFD6E}" dt="2025-10-16T14:48:40.946" v="8123" actId="1036"/>
        <pc:sldMkLst>
          <pc:docMk/>
          <pc:sldMk cId="2750961097" sldId="377"/>
        </pc:sldMkLst>
      </pc:sldChg>
      <pc:sldChg chg="modSp new mod">
        <pc:chgData name="Sudheendra Herkal" userId="f3c620e209f08778" providerId="LiveId" clId="{3694C9B6-C086-48BB-9E5A-BA7629FDFD6E}" dt="2025-10-26T08:12:14.652" v="11437" actId="20577"/>
        <pc:sldMkLst>
          <pc:docMk/>
          <pc:sldMk cId="3255637261" sldId="378"/>
        </pc:sldMkLst>
        <pc:spChg chg="mod">
          <ac:chgData name="Sudheendra Herkal" userId="f3c620e209f08778" providerId="LiveId" clId="{3694C9B6-C086-48BB-9E5A-BA7629FDFD6E}" dt="2025-10-26T08:05:50.257" v="11084"/>
          <ac:spMkLst>
            <pc:docMk/>
            <pc:sldMk cId="3255637261" sldId="378"/>
            <ac:spMk id="2" creationId="{2D4136E3-37B1-318D-CBEC-96C3070AC3A7}"/>
          </ac:spMkLst>
        </pc:spChg>
        <pc:spChg chg="mod">
          <ac:chgData name="Sudheendra Herkal" userId="f3c620e209f08778" providerId="LiveId" clId="{3694C9B6-C086-48BB-9E5A-BA7629FDFD6E}" dt="2025-10-26T08:12:14.652" v="11437" actId="20577"/>
          <ac:spMkLst>
            <pc:docMk/>
            <pc:sldMk cId="3255637261" sldId="378"/>
            <ac:spMk id="3" creationId="{BF018769-2BB3-565D-6590-85E6A5790624}"/>
          </ac:spMkLst>
        </pc:spChg>
      </pc:sldChg>
      <pc:sldChg chg="addSp delSp modSp new mod">
        <pc:chgData name="Sudheendra Herkal" userId="f3c620e209f08778" providerId="LiveId" clId="{3694C9B6-C086-48BB-9E5A-BA7629FDFD6E}" dt="2025-10-11T09:35:22.683" v="4106" actId="114"/>
        <pc:sldMkLst>
          <pc:docMk/>
          <pc:sldMk cId="3653336609" sldId="378"/>
        </pc:sldMkLst>
      </pc:sldChg>
      <pc:sldChg chg="new">
        <pc:chgData name="Sudheendra Herkal" userId="f3c620e209f08778" providerId="LiveId" clId="{3694C9B6-C086-48BB-9E5A-BA7629FDFD6E}" dt="2025-10-11T09:35:26.256" v="4107" actId="680"/>
        <pc:sldMkLst>
          <pc:docMk/>
          <pc:sldMk cId="2314582350" sldId="379"/>
        </pc:sldMkLst>
      </pc:sldChg>
      <pc:sldChg chg="add del">
        <pc:chgData name="Sudheendra Herkal" userId="f3c620e209f08778" providerId="LiveId" clId="{3694C9B6-C086-48BB-9E5A-BA7629FDFD6E}" dt="2025-10-11T09:21:54.603" v="3665" actId="2696"/>
        <pc:sldMkLst>
          <pc:docMk/>
          <pc:sldMk cId="3507485823" sldId="379"/>
        </pc:sldMkLst>
      </pc:sldChg>
      <pc:sldChg chg="addSp delSp modSp new mod">
        <pc:chgData name="Sudheendra Herkal" userId="f3c620e209f08778" providerId="LiveId" clId="{3694C9B6-C086-48BB-9E5A-BA7629FDFD6E}" dt="2025-10-26T08:19:27.266" v="11507" actId="1076"/>
        <pc:sldMkLst>
          <pc:docMk/>
          <pc:sldMk cId="3542484699" sldId="379"/>
        </pc:sldMkLst>
        <pc:spChg chg="mod">
          <ac:chgData name="Sudheendra Herkal" userId="f3c620e209f08778" providerId="LiveId" clId="{3694C9B6-C086-48BB-9E5A-BA7629FDFD6E}" dt="2025-10-26T08:13:31.432" v="11446" actId="20577"/>
          <ac:spMkLst>
            <pc:docMk/>
            <pc:sldMk cId="3542484699" sldId="379"/>
            <ac:spMk id="2" creationId="{6204B67A-D9A9-CEE4-0B8E-2CC19ADDF169}"/>
          </ac:spMkLst>
        </pc:spChg>
        <pc:picChg chg="add del mod">
          <ac:chgData name="Sudheendra Herkal" userId="f3c620e209f08778" providerId="LiveId" clId="{3694C9B6-C086-48BB-9E5A-BA7629FDFD6E}" dt="2025-10-26T08:19:27.266" v="11507" actId="1076"/>
          <ac:picMkLst>
            <pc:docMk/>
            <pc:sldMk cId="3542484699" sldId="379"/>
            <ac:picMk id="9" creationId="{9C1AC129-2F56-F044-0C9C-BB32D5431461}"/>
          </ac:picMkLst>
        </pc:picChg>
        <pc:picChg chg="add mod">
          <ac:chgData name="Sudheendra Herkal" userId="f3c620e209f08778" providerId="LiveId" clId="{3694C9B6-C086-48BB-9E5A-BA7629FDFD6E}" dt="2025-10-26T08:18:59.223" v="11490" actId="1076"/>
          <ac:picMkLst>
            <pc:docMk/>
            <pc:sldMk cId="3542484699" sldId="379"/>
            <ac:picMk id="11" creationId="{A68C1E1F-FA21-0FC7-1D4B-DFBE1096575C}"/>
          </ac:picMkLst>
        </pc:picChg>
      </pc:sldChg>
      <pc:sldChg chg="addSp delSp modSp new mod">
        <pc:chgData name="Sudheendra Herkal" userId="f3c620e209f08778" providerId="LiveId" clId="{3694C9B6-C086-48BB-9E5A-BA7629FDFD6E}" dt="2025-10-26T08:19:19.531" v="11502" actId="478"/>
        <pc:sldMkLst>
          <pc:docMk/>
          <pc:sldMk cId="522327772" sldId="380"/>
        </pc:sldMkLst>
        <pc:spChg chg="mod">
          <ac:chgData name="Sudheendra Herkal" userId="f3c620e209f08778" providerId="LiveId" clId="{3694C9B6-C086-48BB-9E5A-BA7629FDFD6E}" dt="2025-10-26T08:18:53.849" v="11487" actId="20577"/>
          <ac:spMkLst>
            <pc:docMk/>
            <pc:sldMk cId="522327772" sldId="380"/>
            <ac:spMk id="2" creationId="{95FEE2F8-C9F8-552B-6D0C-4DE0839E5753}"/>
          </ac:spMkLst>
        </pc:spChg>
        <pc:picChg chg="add mod">
          <ac:chgData name="Sudheendra Herkal" userId="f3c620e209f08778" providerId="LiveId" clId="{3694C9B6-C086-48BB-9E5A-BA7629FDFD6E}" dt="2025-10-26T08:19:14.956" v="11498" actId="1076"/>
          <ac:picMkLst>
            <pc:docMk/>
            <pc:sldMk cId="522327772" sldId="380"/>
            <ac:picMk id="5" creationId="{6B959D4F-43B1-2152-2165-5F692E32F3DE}"/>
          </ac:picMkLst>
        </pc:picChg>
        <pc:picChg chg="add mod">
          <ac:chgData name="Sudheendra Herkal" userId="f3c620e209f08778" providerId="LiveId" clId="{3694C9B6-C086-48BB-9E5A-BA7629FDFD6E}" dt="2025-10-26T08:19:17.777" v="11501" actId="1076"/>
          <ac:picMkLst>
            <pc:docMk/>
            <pc:sldMk cId="522327772" sldId="380"/>
            <ac:picMk id="13" creationId="{A7751CA7-2BAF-7F5C-1473-3373139FFF63}"/>
          </ac:picMkLst>
        </pc:picChg>
      </pc:sldChg>
      <pc:sldChg chg="modSp mod">
        <pc:chgData name="Sudheendra Herkal" userId="f3c620e209f08778" providerId="LiveId" clId="{3694C9B6-C086-48BB-9E5A-BA7629FDFD6E}" dt="2025-10-16T16:23:09.137" v="9820" actId="20577"/>
        <pc:sldMkLst>
          <pc:docMk/>
          <pc:sldMk cId="4167932514" sldId="380"/>
        </pc:sldMkLst>
      </pc:sldChg>
      <pc:sldChg chg="modSp new mod">
        <pc:chgData name="Sudheendra Herkal" userId="f3c620e209f08778" providerId="LiveId" clId="{3694C9B6-C086-48BB-9E5A-BA7629FDFD6E}" dt="2025-10-26T09:51:16.182" v="12299" actId="20577"/>
        <pc:sldMkLst>
          <pc:docMk/>
          <pc:sldMk cId="443662475" sldId="381"/>
        </pc:sldMkLst>
      </pc:sldChg>
      <pc:sldChg chg="modSp new mod">
        <pc:chgData name="Sudheendra Herkal" userId="f3c620e209f08778" providerId="LiveId" clId="{3694C9B6-C086-48BB-9E5A-BA7629FDFD6E}" dt="2025-10-16T13:57:18.162" v="6120" actId="20577"/>
        <pc:sldMkLst>
          <pc:docMk/>
          <pc:sldMk cId="1491311098" sldId="381"/>
        </pc:sldMkLst>
      </pc:sldChg>
      <pc:sldChg chg="modSp mod">
        <pc:chgData name="Sudheendra Herkal" userId="f3c620e209f08778" providerId="LiveId" clId="{3694C9B6-C086-48BB-9E5A-BA7629FDFD6E}" dt="2025-10-28T11:28:04.953" v="12409" actId="20577"/>
        <pc:sldMkLst>
          <pc:docMk/>
          <pc:sldMk cId="1961718344" sldId="382"/>
        </pc:sldMkLst>
        <pc:spChg chg="mod">
          <ac:chgData name="Sudheendra Herkal" userId="f3c620e209f08778" providerId="LiveId" clId="{3694C9B6-C086-48BB-9E5A-BA7629FDFD6E}" dt="2025-10-28T11:28:04.953" v="12409" actId="20577"/>
          <ac:spMkLst>
            <pc:docMk/>
            <pc:sldMk cId="1961718344" sldId="382"/>
            <ac:spMk id="3" creationId="{D099E40F-BF5A-4A2E-A8E5-85243E33D52B}"/>
          </ac:spMkLst>
        </pc:spChg>
      </pc:sldChg>
      <pc:sldChg chg="addSp modSp new mod">
        <pc:chgData name="Sudheendra Herkal" userId="f3c620e209f08778" providerId="LiveId" clId="{3694C9B6-C086-48BB-9E5A-BA7629FDFD6E}" dt="2025-10-16T16:25:48.191" v="9851" actId="20577"/>
        <pc:sldMkLst>
          <pc:docMk/>
          <pc:sldMk cId="3692099363" sldId="382"/>
        </pc:sldMkLst>
      </pc:sldChg>
      <pc:sldChg chg="modSp new mod">
        <pc:chgData name="Sudheendra Herkal" userId="f3c620e209f08778" providerId="LiveId" clId="{3694C9B6-C086-48BB-9E5A-BA7629FDFD6E}" dt="2025-10-16T14:01:39.768" v="6374" actId="20577"/>
        <pc:sldMkLst>
          <pc:docMk/>
          <pc:sldMk cId="255134575" sldId="383"/>
        </pc:sldMkLst>
      </pc:sldChg>
      <pc:sldChg chg="modSp new mod">
        <pc:chgData name="Sudheendra Herkal" userId="f3c620e209f08778" providerId="LiveId" clId="{3694C9B6-C086-48BB-9E5A-BA7629FDFD6E}" dt="2025-10-16T13:58:28.535" v="6241" actId="20577"/>
        <pc:sldMkLst>
          <pc:docMk/>
          <pc:sldMk cId="2527319257" sldId="384"/>
        </pc:sldMkLst>
      </pc:sldChg>
      <pc:sldChg chg="modSp new mod">
        <pc:chgData name="Sudheendra Herkal" userId="f3c620e209f08778" providerId="LiveId" clId="{3694C9B6-C086-48BB-9E5A-BA7629FDFD6E}" dt="2025-10-17T02:21:10.691" v="9901" actId="1035"/>
        <pc:sldMkLst>
          <pc:docMk/>
          <pc:sldMk cId="1655332884" sldId="385"/>
        </pc:sldMkLst>
      </pc:sldChg>
      <pc:sldChg chg="modSp new mod">
        <pc:chgData name="Sudheendra Herkal" userId="f3c620e209f08778" providerId="LiveId" clId="{3694C9B6-C086-48BB-9E5A-BA7629FDFD6E}" dt="2025-10-16T14:14:23.348" v="7074" actId="20577"/>
        <pc:sldMkLst>
          <pc:docMk/>
          <pc:sldMk cId="2059798950" sldId="386"/>
        </pc:sldMkLst>
      </pc:sldChg>
      <pc:sldChg chg="add">
        <pc:chgData name="Sudheendra Herkal" userId="f3c620e209f08778" providerId="LiveId" clId="{3694C9B6-C086-48BB-9E5A-BA7629FDFD6E}" dt="2025-10-28T11:27:29.117" v="12304"/>
        <pc:sldMkLst>
          <pc:docMk/>
          <pc:sldMk cId="3027095577" sldId="386"/>
        </pc:sldMkLst>
      </pc:sldChg>
      <pc:sldChg chg="modSp new mod">
        <pc:chgData name="Sudheendra Herkal" userId="f3c620e209f08778" providerId="LiveId" clId="{3694C9B6-C086-48BB-9E5A-BA7629FDFD6E}" dt="2025-10-16T14:21:55.141" v="7668" actId="255"/>
        <pc:sldMkLst>
          <pc:docMk/>
          <pc:sldMk cId="1593386309" sldId="387"/>
        </pc:sldMkLst>
      </pc:sldChg>
      <pc:sldChg chg="modSp new mod">
        <pc:chgData name="Sudheendra Herkal" userId="f3c620e209f08778" providerId="LiveId" clId="{3694C9B6-C086-48BB-9E5A-BA7629FDFD6E}" dt="2025-10-16T15:08:35.645" v="9799" actId="20577"/>
        <pc:sldMkLst>
          <pc:docMk/>
          <pc:sldMk cId="2492928537" sldId="388"/>
        </pc:sldMkLst>
      </pc:sldChg>
      <pc:sldChg chg="addSp delSp modSp new mod">
        <pc:chgData name="Sudheendra Herkal" userId="f3c620e209f08778" providerId="LiveId" clId="{3694C9B6-C086-48BB-9E5A-BA7629FDFD6E}" dt="2025-10-16T16:33:34.217" v="9888" actId="1076"/>
        <pc:sldMkLst>
          <pc:docMk/>
          <pc:sldMk cId="1043483234" sldId="389"/>
        </pc:sldMkLst>
      </pc:sldChg>
      <pc:sldMasterChg chg="modSldLayout">
        <pc:chgData name="Sudheendra Herkal" userId="f3c620e209f08778" providerId="LiveId" clId="{3694C9B6-C086-48BB-9E5A-BA7629FDFD6E}" dt="2025-10-16T13:32:13.897" v="5662" actId="403"/>
        <pc:sldMasterMkLst>
          <pc:docMk/>
          <pc:sldMasterMk cId="2184595991" sldId="2147483699"/>
        </pc:sldMasterMkLst>
        <pc:sldLayoutChg chg="modSp">
          <pc:chgData name="Sudheendra Herkal" userId="f3c620e209f08778" providerId="LiveId" clId="{3694C9B6-C086-48BB-9E5A-BA7629FDFD6E}" dt="2025-10-16T13:32:13.897" v="5662" actId="403"/>
          <pc:sldLayoutMkLst>
            <pc:docMk/>
            <pc:sldMasterMk cId="2184595991" sldId="2147483699"/>
            <pc:sldLayoutMk cId="3032693185" sldId="2147483695"/>
          </pc:sldLayoutMkLst>
          <pc:spChg chg="mod">
            <ac:chgData name="Sudheendra Herkal" userId="f3c620e209f08778" providerId="LiveId" clId="{3694C9B6-C086-48BB-9E5A-BA7629FDFD6E}" dt="2025-10-16T13:32:13.897" v="5662" actId="403"/>
            <ac:spMkLst>
              <pc:docMk/>
              <pc:sldMasterMk cId="2184595991" sldId="2147483699"/>
              <pc:sldLayoutMk cId="3032693185" sldId="2147483695"/>
              <ac:spMk id="3" creationId="{E0CDA8C3-9C0C-4E52-9A62-E4DB159E6B0E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790006-4F15-49C5-9342-FAA5B5B69260}" type="datetimeFigureOut">
              <a:rPr lang="en-IN" smtClean="0"/>
              <a:t>29-10-2025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479FC-F582-4B96-A98D-4C9FD49951FC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7955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4479FC-F582-4B96-A98D-4C9FD49951F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3045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633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882" y="0"/>
            <a:ext cx="10581017" cy="74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882" y="871269"/>
            <a:ext cx="10581017" cy="517584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Picture 2" descr="245-2451831_iit-madras-logo – Department of Ocean Engineering">
            <a:extLst>
              <a:ext uri="{FF2B5EF4-FFF2-40B4-BE49-F238E27FC236}">
                <a16:creationId xmlns:a16="http://schemas.microsoft.com/office/drawing/2014/main" id="{E32644BA-629A-CD46-8E1C-CEC2D0880B3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7389" y="6356350"/>
            <a:ext cx="452887" cy="474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26931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0742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0"/>
            <a:ext cx="10691265" cy="75247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7911" y="1145666"/>
            <a:ext cx="5212080" cy="48162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9552" y="1138807"/>
            <a:ext cx="5212080" cy="4823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1793DA-7BEB-53E6-7883-ED7DB38473EB}"/>
              </a:ext>
            </a:extLst>
          </p:cNvPr>
          <p:cNvCxnSpPr/>
          <p:nvPr userDrawn="1"/>
        </p:nvCxnSpPr>
        <p:spPr>
          <a:xfrm>
            <a:off x="5857875" y="885825"/>
            <a:ext cx="0" cy="518160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191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10/29/2025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346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0"/>
            <a:ext cx="10691265" cy="71599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10/29/2025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788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10/29/2025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6948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867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10/29/2025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6879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2544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350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10/29/2025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4595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 descr="A close up of a blue and white swirl&#10;&#10;Description automatically generated">
            <a:extLst>
              <a:ext uri="{FF2B5EF4-FFF2-40B4-BE49-F238E27FC236}">
                <a16:creationId xmlns:a16="http://schemas.microsoft.com/office/drawing/2014/main" id="{6939927E-2F68-C3D7-105F-82888B4BF9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73" b="477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0"/>
            <a:ext cx="12191999" cy="13716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EBE441-9013-3A7F-EB64-42A80AA1D7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715000"/>
            <a:ext cx="10714984" cy="960120"/>
          </a:xfrm>
          <a:ln>
            <a:noFill/>
          </a:ln>
        </p:spPr>
        <p:txBody>
          <a:bodyPr anchor="ctr">
            <a:noAutofit/>
          </a:bodyPr>
          <a:lstStyle/>
          <a:p>
            <a:r>
              <a:rPr lang="en-US" sz="2800" dirty="0"/>
              <a:t>CV5100: Modelling, Uncertainty and Data for Engineers</a:t>
            </a:r>
            <a:br>
              <a:rPr lang="en-US" sz="2800" dirty="0"/>
            </a:br>
            <a:r>
              <a:rPr lang="en-US" sz="2800" dirty="0"/>
              <a:t>MODULE 2: TIME SERIES ANALYSIS, lecture 2: Modeling and estimation</a:t>
            </a:r>
            <a:endParaRPr lang="en-IN" sz="2800" dirty="0"/>
          </a:p>
        </p:txBody>
      </p:sp>
      <p:pic>
        <p:nvPicPr>
          <p:cNvPr id="5" name="Picture 2" descr="245-2451831_iit-madras-logo – Department of Ocean Engineering">
            <a:extLst>
              <a:ext uri="{FF2B5EF4-FFF2-40B4-BE49-F238E27FC236}">
                <a16:creationId xmlns:a16="http://schemas.microsoft.com/office/drawing/2014/main" id="{EDE4E1B6-2073-51C9-2C04-E2CCA4B2E4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5025" y="5715000"/>
            <a:ext cx="836935" cy="877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5932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DAE91-E2AC-DD9B-F5BF-50EF7DAE1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EC19B-73F2-4FE1-F939-2E21C72E9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expression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947B3F-EB39-3D16-1607-0014138E6C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Using all these components we can thus write time series as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𝑌</m:t>
                      </m:r>
                      <m:r>
                        <a:rPr lang="en-IN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(</m:t>
                      </m:r>
                      <m:r>
                        <a:rPr lang="en-IN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𝑡</m:t>
                      </m:r>
                      <m:r>
                        <a:rPr lang="en-IN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)=</m:t>
                      </m:r>
                      <m:sSub>
                        <m:sSubPr>
                          <m:ctrlP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  <m:t>𝑦</m:t>
                          </m:r>
                        </m:e>
                        <m:sub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  <m:t>0</m:t>
                          </m:r>
                        </m:sub>
                      </m:sSub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+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𝑟𝑡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+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𝑎𝑐𝑜𝑠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(</m:t>
                      </m:r>
                      <m:sSub>
                        <m:sSubPr>
                          <m:ctrlP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  <m:t>𝜔</m:t>
                          </m:r>
                        </m:e>
                        <m:sub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  <m:t>0</m:t>
                          </m:r>
                        </m:sub>
                      </m:sSub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𝑡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)+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𝑏𝑠𝑖𝑛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(</m:t>
                      </m:r>
                      <m:sSub>
                        <m:sSubPr>
                          <m:ctrlP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  <m:t>𝜔</m:t>
                          </m:r>
                        </m:e>
                        <m:sub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  <m:t>0</m:t>
                          </m:r>
                        </m:sub>
                      </m:sSub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𝑡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)+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𝑜</m:t>
                      </m:r>
                      <m:sSub>
                        <m:sSubPr>
                          <m:ctrlP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(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𝑡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)+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𝜖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(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𝑡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)</m:t>
                      </m:r>
                    </m:oMath>
                  </m:oMathPara>
                </a14:m>
                <a:endParaRPr lang="en-IN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unga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𝑦</m:t>
                        </m:r>
                      </m:e>
                      <m:sub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0</m:t>
                        </m:r>
                      </m:sub>
                    </m:sSub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=</m:t>
                    </m:r>
                  </m:oMath>
                </a14:m>
                <a:r>
                  <a:rPr lang="en-IN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unga" panose="020B0502040204020203" pitchFamily="34" charset="0"/>
                  </a:rPr>
                  <a:t> intercept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𝑟</m:t>
                    </m:r>
                  </m:oMath>
                </a14:m>
                <a:r>
                  <a:rPr lang="en-IN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unga" panose="020B0502040204020203" pitchFamily="34" charset="0"/>
                  </a:rPr>
                  <a:t> = rate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𝑎</m:t>
                    </m:r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 </m:t>
                    </m:r>
                  </m:oMath>
                </a14:m>
                <a:r>
                  <a:rPr lang="en-IN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unga" panose="020B0502040204020203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𝑏</m:t>
                    </m:r>
                  </m:oMath>
                </a14:m>
                <a:r>
                  <a:rPr lang="en-IN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unga" panose="020B0502040204020203" pitchFamily="34" charset="0"/>
                  </a:rPr>
                  <a:t> are signal coefficients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𝜔</m:t>
                        </m:r>
                      </m:e>
                      <m:sub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unga" panose="020B0502040204020203" pitchFamily="34" charset="0"/>
                  </a:rPr>
                  <a:t> is frequency of signal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𝑜</m:t>
                    </m:r>
                  </m:oMath>
                </a14:m>
                <a:r>
                  <a:rPr lang="en-IN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unga" panose="020B0502040204020203" pitchFamily="34" charset="0"/>
                  </a:rPr>
                  <a:t> is the offset starting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𝑡</m:t>
                        </m:r>
                      </m:e>
                      <m:sub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𝑘</m:t>
                        </m:r>
                      </m:sub>
                    </m:sSub>
                  </m:oMath>
                </a14:m>
                <a:endParaRPr lang="en-IN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unga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𝑢</m:t>
                        </m:r>
                      </m:e>
                      <m:sub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IN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unga" panose="020B0502040204020203" pitchFamily="34" charset="0"/>
                  </a:rPr>
                  <a:t> Heaviside step function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𝜖</m:t>
                    </m:r>
                    <m:d>
                      <m:dPr>
                        <m:ctrlP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</m:ctrlPr>
                      </m:dPr>
                      <m:e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IN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unga" panose="020B0502040204020203" pitchFamily="34" charset="0"/>
                  </a:rPr>
                  <a:t> is the noise</a:t>
                </a:r>
                <a:endParaRPr lang="en-IN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unga" panose="020B0502040204020203" pitchFamily="34" charset="0"/>
                </a:endParaRP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6BDECE-E44F-72DF-72E7-0A0E81F4B3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9" t="-7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7095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CC401-0AEF-093C-DC21-FB3B499AB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F7F367-832F-20D8-2E0B-E02EEB3E88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Noise:</a:t>
                </a:r>
              </a:p>
              <a:p>
                <a:pPr lvl="1"/>
                <a:r>
                  <a:rPr lang="en-US" dirty="0"/>
                  <a:t>Random fluctuations in time series, some of it is coming from random factors, others is coming from systematic issues</a:t>
                </a:r>
              </a:p>
              <a:p>
                <a:pPr lvl="1"/>
                <a:r>
                  <a:rPr lang="en-US" dirty="0"/>
                  <a:t>Noise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IN" dirty="0"/>
                  <a:t> error! Error does contribute to noise</a:t>
                </a:r>
              </a:p>
              <a:p>
                <a:pPr lvl="1"/>
                <a:r>
                  <a:rPr lang="en-IN" dirty="0"/>
                  <a:t>We would like to remove unwanted variations</a:t>
                </a:r>
              </a:p>
              <a:p>
                <a:pPr lvl="1"/>
                <a:endParaRPr lang="en-IN" dirty="0"/>
              </a:p>
              <a:p>
                <a:r>
                  <a:rPr lang="en-IN" dirty="0"/>
                  <a:t>Types of noise:</a:t>
                </a:r>
              </a:p>
              <a:p>
                <a:pPr lvl="1"/>
                <a:r>
                  <a:rPr lang="en-IN" dirty="0"/>
                  <a:t>White noise: Contains all frequencies with same amplitude</a:t>
                </a:r>
              </a:p>
              <a:p>
                <a:pPr lvl="1"/>
                <a:r>
                  <a:rPr lang="en-IN" dirty="0" err="1"/>
                  <a:t>Colored</a:t>
                </a:r>
                <a:r>
                  <a:rPr lang="en-IN" dirty="0"/>
                  <a:t> noise:</a:t>
                </a:r>
              </a:p>
              <a:p>
                <a:pPr lvl="2"/>
                <a:r>
                  <a:rPr lang="en-IN" dirty="0"/>
                  <a:t>Pink noise: Amplitude of frequency reduces with increase in frequency</a:t>
                </a:r>
              </a:p>
              <a:p>
                <a:pPr lvl="2"/>
                <a:r>
                  <a:rPr lang="en-IN" dirty="0"/>
                  <a:t>Brown noise: Amplitude of frequency reduces as squared rate with increase in frequency</a:t>
                </a:r>
              </a:p>
              <a:p>
                <a:pPr lvl="2"/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9F7F367-832F-20D8-2E0B-E02EEB3E88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9" t="-7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0100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BC4A5-F21C-1D4B-EBA3-F0E984265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components model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431BD9-1D7F-0430-A244-3BC68D80AF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sz="2800" dirty="0"/>
                  <a:t>Noise:</a:t>
                </a:r>
              </a:p>
              <a:p>
                <a:r>
                  <a:rPr lang="en-US" dirty="0"/>
                  <a:t>A stationary random noise yields uncorrelated and zero-mean random variables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  <a:p>
                <a:pPr marL="457200" lvl="1" indent="0">
                  <a:buNone/>
                </a:pPr>
                <a:r>
                  <a:rPr lang="en-IN" dirty="0"/>
                  <a:t>meaning that noise at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IN" dirty="0"/>
                  <a:t> is not influenced by previous observations</a:t>
                </a:r>
                <a:endParaRPr lang="en-US" sz="2800" dirty="0"/>
              </a:p>
              <a:p>
                <a:pPr lvl="1"/>
                <a14:m>
                  <m:oMath xmlns:m="http://schemas.openxmlformats.org/officeDocument/2006/math">
                    <m:eqArr>
                      <m:eqArrPr>
                        <m:ctrlPr>
                          <a:rPr lang="en-IN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</m:ctrlPr>
                      </m:eqArrPr>
                      <m:e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𝔼</m:t>
                        </m:r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(</m:t>
                        </m:r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𝑌</m:t>
                        </m:r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)=</m:t>
                        </m:r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unga" panose="020B0502040204020203" pitchFamily="34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IN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unga" panose="020B0502040204020203" pitchFamily="34" charset="0"/>
                                  </a:rPr>
                                </m:ctrlPr>
                              </m:eqArrPr>
                              <m:e>
                                <m:sSub>
                                  <m:sSubPr>
                                    <m:ctrlP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IN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unga" panose="020B0502040204020203" pitchFamily="34" charset="0"/>
                                  </a:rPr>
                                  <m:t>⋮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eqArr>
                          </m:e>
                        </m:d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IN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unga" panose="020B0502040204020203" pitchFamily="34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IN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unga" panose="020B0502040204020203" pitchFamily="34" charset="0"/>
                                  </a:rPr>
                                </m:ctrlPr>
                              </m:eqArrPr>
                              <m:e>
                                <m:r>
                                  <a:rPr lang="en-IN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unga" panose="020B0502040204020203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unga" panose="020B0502040204020203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IN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unga" panose="020B0502040204020203" pitchFamily="34" charset="0"/>
                                  </a:rPr>
                                  <m:t>⋮</m:t>
                                </m:r>
                              </m:e>
                              <m:e>
                                <m:r>
                                  <a:rPr lang="en-IN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unga" panose="020B0502040204020203" pitchFamily="34" charset="0"/>
                                  </a:rPr>
                                  <m:t>0</m:t>
                                </m:r>
                              </m:e>
                            </m:eqArr>
                          </m:e>
                        </m:d>
                      </m:e>
                    </m:eqArr>
                  </m:oMath>
                </a14:m>
                <a:endParaRPr lang="en-IN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unga" panose="020B0502040204020203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eqArr>
                      <m:eqArrPr>
                        <m:ctrlPr>
                          <a:rPr lang="en-IN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</m:ctrlPr>
                      </m:eqArrPr>
                      <m:e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𝔻</m:t>
                        </m:r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(</m:t>
                        </m:r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𝑌</m:t>
                        </m:r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)=</m:t>
                        </m:r>
                        <m:sSub>
                          <m:sSubPr>
                            <m:ctrlPr>
                              <a:rPr lang="en-IN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unga" panose="020B0502040204020203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IN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unga" panose="020B0502040204020203" pitchFamily="34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IN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unga" panose="020B0502040204020203" pitchFamily="34" charset="0"/>
                              </a:rPr>
                              <m:t>𝑌</m:t>
                            </m:r>
                          </m:sub>
                        </m:sSub>
                        <m:r>
                          <a:rPr lang="en-IN" i="1" kern="10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=</m:t>
                        </m:r>
                        <m:sSup>
                          <m:sSupPr>
                            <m:ctrlPr>
                              <a:rPr lang="en-IN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unga" panose="020B0502040204020203" pitchFamily="34" charset="0"/>
                              </a:rPr>
                            </m:ctrlPr>
                          </m:sSupPr>
                          <m:e>
                            <m:r>
                              <a:rPr lang="en-IN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unga" panose="020B0502040204020203" pitchFamily="34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IN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unga" panose="020B0502040204020203" pitchFamily="34" charset="0"/>
                              </a:rPr>
                              <m:t>2</m:t>
                            </m:r>
                          </m:sup>
                        </m:sSup>
                        <m:d>
                          <m:dPr>
                            <m:begChr m:val="["/>
                            <m:endChr m:val="]"/>
                            <m:ctrlPr>
                              <a:rPr lang="en-IN" i="1" kern="10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unga" panose="020B0502040204020203" pitchFamily="34" charset="0"/>
                              </a:rPr>
                            </m:ctrlPr>
                          </m:dPr>
                          <m:e>
                            <m:m>
                              <m:mPr>
                                <m:plcHide m:val="on"/>
                                <m:mcs>
                                  <m:mc>
                                    <m:mcPr>
                                      <m:count m:val="4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IN" i="1" kern="100">
                                    <a:effectLst/>
                                    <a:latin typeface="Cambria Math" panose="02040503050406030204" pitchFamily="18" charset="0"/>
                                    <a:ea typeface="Aptos" panose="020B0004020202020204" pitchFamily="34" charset="0"/>
                                    <a:cs typeface="Tunga" panose="020B0502040204020203" pitchFamily="34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0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⋮</m:t>
                                  </m:r>
                                </m:e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⋱</m:t>
                                  </m:r>
                                </m:e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⋮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0</m:t>
                                  </m:r>
                                </m:e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…</m:t>
                                  </m:r>
                                </m:e>
                                <m:e>
                                  <m: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  <m:t>1</m:t>
                                  </m:r>
                                </m:e>
                              </m:mr>
                            </m:m>
                          </m:e>
                        </m:d>
                      </m:e>
                    </m:eqArr>
                  </m:oMath>
                </a14:m>
                <a:endParaRPr lang="en-US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unga" panose="020B0502040204020203" pitchFamily="34" charset="0"/>
                </a:endParaRPr>
              </a:p>
              <a:p>
                <a:pPr lvl="1"/>
                <a:r>
                  <a:rPr lang="en-IN" kern="100" dirty="0">
                    <a:effectLst/>
                    <a:ea typeface="Aptos" panose="020B0004020202020204" pitchFamily="34" charset="0"/>
                    <a:cs typeface="Tunga" panose="020B0502040204020203" pitchFamily="34" charset="0"/>
                  </a:rPr>
                  <a:t>Thus, White noise can be represented by using Gaussian Distribution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𝜇</m:t>
                    </m:r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=</m:t>
                    </m:r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0</m:t>
                    </m:r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 </m:t>
                    </m:r>
                  </m:oMath>
                </a14:m>
                <a:r>
                  <a:rPr lang="en-IN" kern="100" dirty="0">
                    <a:effectLst/>
                    <a:ea typeface="Aptos" panose="020B0004020202020204" pitchFamily="34" charset="0"/>
                    <a:cs typeface="Tunga" panose="020B0502040204020203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𝑣𝑎𝑟</m:t>
                    </m:r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=</m:t>
                    </m:r>
                    <m:sSup>
                      <m:sSupPr>
                        <m:ctrlP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</m:ctrlPr>
                      </m:sSupPr>
                      <m:e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𝜎</m:t>
                        </m:r>
                      </m:e>
                      <m:sup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IN" kern="100" dirty="0">
                  <a:effectLst/>
                  <a:ea typeface="Aptos" panose="020B0004020202020204" pitchFamily="34" charset="0"/>
                  <a:cs typeface="Tunga" panose="020B0502040204020203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𝜖</m:t>
                    </m:r>
                    <m:d>
                      <m:dPr>
                        <m:ctrlP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</m:ctrlPr>
                      </m:dPr>
                      <m:e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𝑡</m:t>
                        </m:r>
                      </m:e>
                    </m:d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~ </m:t>
                    </m:r>
                    <m:r>
                      <a:rPr lang="en-US" b="1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𝑵</m:t>
                    </m:r>
                    <m:d>
                      <m:dPr>
                        <m:ctrlP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</m:ctrlPr>
                      </m:dPr>
                      <m:e>
                        <m:r>
                          <a:rPr lang="en-US" b="1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𝟎</m:t>
                        </m:r>
                        <m:r>
                          <a:rPr lang="en-US" b="1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,</m:t>
                        </m:r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unga" panose="020B0502040204020203" pitchFamily="34" charset="0"/>
                              </a:rPr>
                            </m:ctrlPr>
                          </m:sSupPr>
                          <m:e>
                            <m:r>
                              <a:rPr lang="en-US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unga" panose="020B0502040204020203" pitchFamily="34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b="0" i="1" kern="100" smtClean="0"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unga" panose="020B0502040204020203" pitchFamily="34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IN" kern="100" dirty="0">
                  <a:effectLst/>
                  <a:ea typeface="Aptos" panose="020B0004020202020204" pitchFamily="34" charset="0"/>
                  <a:cs typeface="Tunga" panose="020B0502040204020203" pitchFamily="34" charset="0"/>
                </a:endParaRPr>
              </a:p>
              <a:p>
                <a:pPr lvl="1"/>
                <a:endParaRPr lang="en-IN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unga" panose="020B0502040204020203" pitchFamily="34" charset="0"/>
                </a:endParaRPr>
              </a:p>
              <a:p>
                <a:pPr lvl="1"/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431BD9-1D7F-0430-A244-3BC68D80AF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64" t="-82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1516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E26A6-8446-A9AB-C53F-2BC6D0087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 and noise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60C53AC-80D6-D2B8-6864-8FA4193945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396" y="2065311"/>
            <a:ext cx="9392061" cy="4696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98833F-7706-07FB-7D08-1A9890FF541E}"/>
                  </a:ext>
                </a:extLst>
              </p:cNvPr>
              <p:cNvSpPr txBox="1"/>
              <p:nvPr/>
            </p:nvSpPr>
            <p:spPr>
              <a:xfrm>
                <a:off x="701323" y="741872"/>
                <a:ext cx="10771207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0" dirty="0">
                    <a:latin typeface="Cambria Math" panose="02040503050406030204" pitchFamily="18" charset="0"/>
                  </a:rPr>
                  <a:t>Y = signal + noise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000" dirty="0"/>
                  <a:t> - represents the signal,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 - represents the noise. </a:t>
                </a:r>
              </a:p>
              <a:p>
                <a:r>
                  <a:rPr lang="en-US" sz="2000" dirty="0"/>
                  <a:t>Signal to noise ratio =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sz="2000" dirty="0"/>
                  <a:t> -  represents how good data recording was! </a:t>
                </a:r>
              </a:p>
              <a:p>
                <a:r>
                  <a:rPr lang="en-US" sz="2000" dirty="0"/>
                  <a:t>Higher SNR more signal, less noise. Lower SNR less signal, more noise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B98833F-7706-07FB-7D08-1A9890FF54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323" y="741872"/>
                <a:ext cx="10771207" cy="1323439"/>
              </a:xfrm>
              <a:prstGeom prst="rect">
                <a:avLst/>
              </a:prstGeom>
              <a:blipFill>
                <a:blip r:embed="rId3"/>
                <a:stretch>
                  <a:fillRect l="-566" t="-2765" b="-737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6203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B9051-CC9F-F354-7C51-A8E376D1D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expression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6BDECE-E44F-72DF-72E7-0A0E81F4B3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Using all these components we can thus write time series as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𝑌</m:t>
                      </m:r>
                      <m:r>
                        <a:rPr lang="en-IN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(</m:t>
                      </m:r>
                      <m:r>
                        <a:rPr lang="en-IN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𝑡</m:t>
                      </m:r>
                      <m:r>
                        <a:rPr lang="en-IN" i="1" kern="100" smtClean="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)=</m:t>
                      </m:r>
                      <m:sSub>
                        <m:sSubPr>
                          <m:ctrlP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  <m:t>𝑦</m:t>
                          </m:r>
                        </m:e>
                        <m:sub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  <m:t>0</m:t>
                          </m:r>
                        </m:sub>
                      </m:sSub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+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𝑟𝑡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+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𝑎𝑐𝑜𝑠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(</m:t>
                      </m:r>
                      <m:sSub>
                        <m:sSubPr>
                          <m:ctrlP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  <m:t>𝜔</m:t>
                          </m:r>
                        </m:e>
                        <m:sub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  <m:t>0</m:t>
                          </m:r>
                        </m:sub>
                      </m:sSub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𝑡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)+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𝑏𝑠𝑖𝑛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(</m:t>
                      </m:r>
                      <m:sSub>
                        <m:sSubPr>
                          <m:ctrlP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  <m:t>𝜔</m:t>
                          </m:r>
                        </m:e>
                        <m:sub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  <m:t>0</m:t>
                          </m:r>
                        </m:sub>
                      </m:sSub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𝑡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)+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𝑜</m:t>
                      </m:r>
                      <m:sSub>
                        <m:sSubPr>
                          <m:ctrlP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  <m:t>𝑢</m:t>
                          </m:r>
                        </m:e>
                        <m:sub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  <m:t>𝑘</m:t>
                          </m:r>
                        </m:sub>
                      </m:sSub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(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𝑡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)+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𝜖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(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𝑡</m:t>
                      </m:r>
                      <m:r>
                        <a:rPr lang="en-IN" i="1" kern="1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Tunga" panose="020B0502040204020203" pitchFamily="34" charset="0"/>
                        </a:rPr>
                        <m:t>)</m:t>
                      </m:r>
                    </m:oMath>
                  </m:oMathPara>
                </a14:m>
                <a:endParaRPr lang="en-IN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unga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𝑦</m:t>
                        </m:r>
                      </m:e>
                      <m:sub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0</m:t>
                        </m:r>
                      </m:sub>
                    </m:sSub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=</m:t>
                    </m:r>
                  </m:oMath>
                </a14:m>
                <a:r>
                  <a:rPr lang="en-IN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unga" panose="020B0502040204020203" pitchFamily="34" charset="0"/>
                  </a:rPr>
                  <a:t> intercept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𝑟</m:t>
                    </m:r>
                  </m:oMath>
                </a14:m>
                <a:r>
                  <a:rPr lang="en-IN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unga" panose="020B0502040204020203" pitchFamily="34" charset="0"/>
                  </a:rPr>
                  <a:t> = rate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𝑎</m:t>
                    </m:r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 </m:t>
                    </m:r>
                  </m:oMath>
                </a14:m>
                <a:r>
                  <a:rPr lang="en-IN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unga" panose="020B0502040204020203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𝑏</m:t>
                    </m:r>
                  </m:oMath>
                </a14:m>
                <a:r>
                  <a:rPr lang="en-IN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unga" panose="020B0502040204020203" pitchFamily="34" charset="0"/>
                  </a:rPr>
                  <a:t> are signal coefficients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𝜔</m:t>
                        </m:r>
                      </m:e>
                      <m:sub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unga" panose="020B0502040204020203" pitchFamily="34" charset="0"/>
                  </a:rPr>
                  <a:t> is frequency of signal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𝑜</m:t>
                    </m:r>
                  </m:oMath>
                </a14:m>
                <a:r>
                  <a:rPr lang="en-IN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unga" panose="020B0502040204020203" pitchFamily="34" charset="0"/>
                  </a:rPr>
                  <a:t> is the offset starting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𝑡</m:t>
                        </m:r>
                      </m:e>
                      <m:sub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𝑘</m:t>
                        </m:r>
                      </m:sub>
                    </m:sSub>
                  </m:oMath>
                </a14:m>
                <a:endParaRPr lang="en-IN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unga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</m:ctrlPr>
                      </m:sSubPr>
                      <m:e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𝑢</m:t>
                        </m:r>
                      </m:e>
                      <m:sub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IN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unga" panose="020B0502040204020203" pitchFamily="34" charset="0"/>
                  </a:rPr>
                  <a:t> Heaviside step function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kern="100" smtClean="0"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unga" panose="020B0502040204020203" pitchFamily="34" charset="0"/>
                      </a:rPr>
                      <m:t>𝜖</m:t>
                    </m:r>
                    <m:d>
                      <m:dPr>
                        <m:ctrlP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</m:ctrlPr>
                      </m:dPr>
                      <m:e>
                        <m:r>
                          <a:rPr lang="en-US" b="0" i="1" kern="100" smtClean="0"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unga" panose="020B0502040204020203" pitchFamily="34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IN" kern="100" dirty="0"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unga" panose="020B0502040204020203" pitchFamily="34" charset="0"/>
                  </a:rPr>
                  <a:t> is the noise</a:t>
                </a:r>
                <a:endParaRPr lang="en-IN" sz="1800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unga" panose="020B0502040204020203" pitchFamily="34" charset="0"/>
                </a:endParaRPr>
              </a:p>
              <a:p>
                <a:pPr marL="0" indent="0">
                  <a:buNone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76BDECE-E44F-72DF-72E7-0A0E81F4B3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9" t="-7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6142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9DA4B-C54C-CBD5-4CA9-FA6295296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Example</a:t>
            </a:r>
            <a:endParaRPr lang="en-IN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24BA7390-AF00-72DB-6521-7E92D6331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303" y="741872"/>
            <a:ext cx="5259530" cy="3028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A4C9D899-6546-453B-E381-622863210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748" y="3752472"/>
            <a:ext cx="5267196" cy="3028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2C7CF649-BA1B-5101-444F-4B770EDC9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30" y="3752471"/>
            <a:ext cx="5339829" cy="3028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08F0F39A-A56D-8EA2-14DC-A29F76B7E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20" y="758611"/>
            <a:ext cx="5259529" cy="3028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1715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E12D2-3FF5-EAEC-F813-1EEDC7355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estimation	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99E40F-BF5A-4A2E-A8E5-85243E33D5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sz="2400" dirty="0"/>
                  <a:t>Now that we have an expression for time series expansion, let us see how to estimate model parameters using Least-Squares. Least-squares works out very well if your noise is Gaussian White Noise. We already know that if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Ax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LS estimate for the parameters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r>
                  <a:rPr lang="en-IN" dirty="0"/>
                  <a:t> and our estimate for signal of interest is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099E40F-BF5A-4A2E-A8E5-85243E33D5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64" t="-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1718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61AC5-ED1F-319E-E3DC-D202E29B8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DA84A-DA9A-97D8-261F-C618A6A29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 of time series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0CDEBA-C1D4-AEBD-D147-42EDFE05EF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Back to time series, we had the following expression for Y as general 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𝑟𝑡</m:t>
                      </m:r>
                      <m:r>
                        <a:rPr lang="en-US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𝑎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en-US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𝑏</m:t>
                      </m:r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func>
                      <m:r>
                        <a:rPr lang="en-US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𝑜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Substituting various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eqArr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  <m:mr>
                              <m:e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⋮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mr>
                          </m:m>
                        </m:e>
                      </m:eqAr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06E232A-D1B5-150A-CC82-BE1EBAD624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9" t="-7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75833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8BA656-4676-33C4-7AE7-57CF4B032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DCFD8-C254-C9FB-FE7D-F603F83F4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 of time series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0971BF-17EC-BFC9-A62D-115C07EAAB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These can be written compactly as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dirty="0">
                          <a:latin typeface="Cambria Math" panose="02040503050406030204" pitchFamily="18" charset="0"/>
                        </a:rPr>
                        <m:t>Ax</m:t>
                      </m:r>
                      <m:r>
                        <a:rPr lang="en-US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limUpp>
                              <m:limUp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groupChr>
                                  <m:groupChrPr>
                                    <m:chr m:val="⏞"/>
                                    <m:pos m:val="top"/>
                                    <m:vertJc m:val="bot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groupChr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m>
                                          <m:mPr>
                                            <m:plcHide m:val="on"/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𝑌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dirty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en-US" dirty="0">
                                                  <a:latin typeface="Cambria Math" panose="02040503050406030204" pitchFamily="18" charset="0"/>
                                                </a:rPr>
                                                <m:t>⋮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𝑌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  <m:r>
                                                    <a:rPr lang="en-US" dirty="0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a:rPr lang="en-US" dirty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mr>
                                          <m:m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𝑌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sub>
                                              </m:sSub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en-US" dirty="0">
                                                  <a:latin typeface="Cambria Math" panose="02040503050406030204" pitchFamily="18" charset="0"/>
                                                </a:rPr>
                                                <m:t>⋮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𝑌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𝑚</m:t>
                                                  </m:r>
                                                </m:sub>
                                              </m:sSub>
                                            </m:e>
                                          </m:mr>
                                        </m:m>
                                      </m:e>
                                    </m:d>
                                  </m:e>
                                </m:groupChr>
                              </m:e>
                              <m:lim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lim>
                            </m:limUpp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limUpp>
                              <m:limUp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groupChr>
                                  <m:groupChrPr>
                                    <m:chr m:val="⏞"/>
                                    <m:pos m:val="top"/>
                                    <m:vertJc m:val="bot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groupChr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m>
                                          <m:mPr>
                                            <m:plcHide m:val="on"/>
                                            <m:mcs>
                                              <m:mc>
                                                <m:mcPr>
                                                  <m:count m:val="5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r>
                                                <a:rPr lang="en-US" dirty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dirty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func>
                                                <m:funcPr>
                                                  <m:ctrlP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dirty="0">
                                                      <a:latin typeface="Cambria Math" panose="02040503050406030204" pitchFamily="18" charset="0"/>
                                                    </a:rPr>
                                                    <m:t>cos</m:t>
                                                  </m:r>
                                                </m:fName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𝜔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sub>
                                                  </m:sSub>
                                                  <m:sSub>
                                                    <m:sSubPr>
                                                      <m:ctrlP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func>
                                            </m:e>
                                            <m:e>
                                              <m:func>
                                                <m:funcPr>
                                                  <m:ctrlP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dirty="0">
                                                      <a:latin typeface="Cambria Math" panose="02040503050406030204" pitchFamily="18" charset="0"/>
                                                    </a:rPr>
                                                    <m:t>sin</m:t>
                                                  </m:r>
                                                </m:fName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𝜔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sub>
                                                  </m:sSub>
                                                  <m:sSub>
                                                    <m:sSubPr>
                                                      <m:ctrlP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func>
                                            </m:e>
                                            <m:e>
                                              <m:r>
                                                <a:rPr lang="en-US" dirty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en-US" dirty="0">
                                                  <a:latin typeface="Cambria Math" panose="02040503050406030204" pitchFamily="18" charset="0"/>
                                                </a:rPr>
                                                <m:t>⋮</m:t>
                                              </m:r>
                                            </m:e>
                                            <m:e>
                                              <m:r>
                                                <a:rPr lang="en-US" dirty="0">
                                                  <a:latin typeface="Cambria Math" panose="02040503050406030204" pitchFamily="18" charset="0"/>
                                                </a:rPr>
                                                <m:t>⋮</m:t>
                                              </m:r>
                                            </m:e>
                                            <m:e>
                                              <m:r>
                                                <a:rPr lang="en-US" dirty="0">
                                                  <a:latin typeface="Cambria Math" panose="02040503050406030204" pitchFamily="18" charset="0"/>
                                                </a:rPr>
                                                <m:t>⋮</m:t>
                                              </m:r>
                                            </m:e>
                                            <m:e>
                                              <m:r>
                                                <a:rPr lang="en-US" dirty="0">
                                                  <a:latin typeface="Cambria Math" panose="02040503050406030204" pitchFamily="18" charset="0"/>
                                                </a:rPr>
                                                <m:t>⋮</m:t>
                                              </m:r>
                                            </m:e>
                                            <m:e>
                                              <m:r>
                                                <a:rPr lang="en-US" dirty="0">
                                                  <a:latin typeface="Cambria Math" panose="02040503050406030204" pitchFamily="18" charset="0"/>
                                                </a:rPr>
                                                <m:t>⋮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en-US" dirty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  <m:r>
                                                    <a:rPr lang="en-US" dirty="0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a:rPr lang="en-US" dirty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func>
                                                <m:funcPr>
                                                  <m:ctrlP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dirty="0">
                                                      <a:latin typeface="Cambria Math" panose="02040503050406030204" pitchFamily="18" charset="0"/>
                                                    </a:rPr>
                                                    <m:t>cos</m:t>
                                                  </m:r>
                                                </m:fName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𝜔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sub>
                                                  </m:sSub>
                                                  <m:sSub>
                                                    <m:sSubPr>
                                                      <m:ctrlP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  <m:r>
                                                        <a:rPr lang="en-US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func>
                                            </m:e>
                                            <m:e>
                                              <m:func>
                                                <m:funcPr>
                                                  <m:ctrlP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dirty="0">
                                                      <a:latin typeface="Cambria Math" panose="02040503050406030204" pitchFamily="18" charset="0"/>
                                                    </a:rPr>
                                                    <m:t>sin</m:t>
                                                  </m:r>
                                                </m:fName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𝜔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sub>
                                                  </m:sSub>
                                                  <m:sSub>
                                                    <m:sSubPr>
                                                      <m:ctrlP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  <m:r>
                                                        <a:rPr lang="en-US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a:rPr lang="en-US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1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func>
                                            </m:e>
                                            <m:e>
                                              <m:r>
                                                <a:rPr lang="en-US" dirty="0">
                                                  <a:latin typeface="Cambria Math" panose="02040503050406030204" pitchFamily="18" charset="0"/>
                                                </a:rPr>
                                                <m:t>0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en-US" dirty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func>
                                                <m:funcPr>
                                                  <m:ctrlP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dirty="0">
                                                      <a:latin typeface="Cambria Math" panose="02040503050406030204" pitchFamily="18" charset="0"/>
                                                    </a:rPr>
                                                    <m:t>cos</m:t>
                                                  </m:r>
                                                </m:fName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𝜔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sub>
                                                  </m:sSub>
                                                  <m:sSub>
                                                    <m:sSubPr>
                                                      <m:ctrlP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func>
                                            </m:e>
                                            <m:e>
                                              <m:func>
                                                <m:funcPr>
                                                  <m:ctrlP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dirty="0">
                                                      <a:latin typeface="Cambria Math" panose="02040503050406030204" pitchFamily="18" charset="0"/>
                                                    </a:rPr>
                                                    <m:t>sin</m:t>
                                                  </m:r>
                                                </m:fName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𝜔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sub>
                                                  </m:sSub>
                                                  <m:sSub>
                                                    <m:sSubPr>
                                                      <m:ctrlP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𝑘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func>
                                            </m:e>
                                            <m:e>
                                              <m:r>
                                                <a:rPr lang="en-US" dirty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en-US" dirty="0">
                                                  <a:latin typeface="Cambria Math" panose="02040503050406030204" pitchFamily="18" charset="0"/>
                                                </a:rPr>
                                                <m:t>⋮</m:t>
                                              </m:r>
                                            </m:e>
                                            <m:e>
                                              <m:r>
                                                <a:rPr lang="en-US" dirty="0">
                                                  <a:latin typeface="Cambria Math" panose="02040503050406030204" pitchFamily="18" charset="0"/>
                                                </a:rPr>
                                                <m:t>⋮</m:t>
                                              </m:r>
                                            </m:e>
                                            <m:e>
                                              <m:r>
                                                <a:rPr lang="en-US" dirty="0">
                                                  <a:latin typeface="Cambria Math" panose="02040503050406030204" pitchFamily="18" charset="0"/>
                                                </a:rPr>
                                                <m:t>⋮</m:t>
                                              </m:r>
                                            </m:e>
                                            <m:e>
                                              <m:r>
                                                <a:rPr lang="en-US" dirty="0">
                                                  <a:latin typeface="Cambria Math" panose="02040503050406030204" pitchFamily="18" charset="0"/>
                                                </a:rPr>
                                                <m:t>⋮</m:t>
                                              </m:r>
                                            </m:e>
                                            <m:e>
                                              <m:r>
                                                <a:rPr lang="en-US" dirty="0">
                                                  <a:latin typeface="Cambria Math" panose="02040503050406030204" pitchFamily="18" charset="0"/>
                                                </a:rPr>
                                                <m:t>⋮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en-US" dirty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𝑚</m:t>
                                                  </m:r>
                                                </m:sub>
                                              </m:sSub>
                                            </m:e>
                                            <m:e>
                                              <m:func>
                                                <m:funcPr>
                                                  <m:ctrlP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dirty="0">
                                                      <a:latin typeface="Cambria Math" panose="02040503050406030204" pitchFamily="18" charset="0"/>
                                                    </a:rPr>
                                                    <m:t>cos</m:t>
                                                  </m:r>
                                                </m:fName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𝜔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sub>
                                                  </m:sSub>
                                                  <m:sSub>
                                                    <m:sSubPr>
                                                      <m:ctrlP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𝑚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func>
                                            </m:e>
                                            <m:e>
                                              <m:func>
                                                <m:funcPr>
                                                  <m:ctrlP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funcPr>
                                                <m:fNam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dirty="0">
                                                      <a:latin typeface="Cambria Math" panose="02040503050406030204" pitchFamily="18" charset="0"/>
                                                    </a:rPr>
                                                    <m:t>sin</m:t>
                                                  </m:r>
                                                </m:fName>
                                                <m:e>
                                                  <m:sSub>
                                                    <m:sSubPr>
                                                      <m:ctrlP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𝜔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0</m:t>
                                                      </m:r>
                                                    </m:sub>
                                                  </m:sSub>
                                                  <m:sSub>
                                                    <m:sSubPr>
                                                      <m:ctrlP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𝑡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a:rPr lang="en-US" i="1" dirty="0">
                                                          <a:latin typeface="Cambria Math" panose="02040503050406030204" pitchFamily="18" charset="0"/>
                                                        </a:rPr>
                                                        <m:t>𝑚</m:t>
                                                      </m:r>
                                                    </m:sub>
                                                  </m:sSub>
                                                </m:e>
                                              </m:func>
                                            </m:e>
                                            <m:e>
                                              <m:r>
                                                <a:rPr lang="en-US" dirty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d>
                                  </m:e>
                                </m:groupChr>
                              </m:e>
                              <m:lim>
                                <m:r>
                                  <m:rPr>
                                    <m:sty m:val="p"/>
                                  </m:rP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A</m:t>
                                </m:r>
                              </m:lim>
                            </m:limUpp>
                            <m:limUpp>
                              <m:limUp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groupChr>
                                  <m:groupChrPr>
                                    <m:chr m:val="⏞"/>
                                    <m:pos m:val="top"/>
                                    <m:vertJc m:val="bot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groupChr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m>
                                          <m:mPr>
                                            <m:plcHide m:val="on"/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dirty="0">
                                                      <a:latin typeface="Cambria Math" panose="02040503050406030204" pitchFamily="18" charset="0"/>
                                                    </a:rPr>
                                                    <m:t>0</m:t>
                                                  </m:r>
                                                </m:sub>
                                              </m:sSub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𝑟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𝑏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𝑜</m:t>
                                              </m:r>
                                            </m:e>
                                          </m:mr>
                                        </m:m>
                                      </m:e>
                                    </m:d>
                                  </m:e>
                                </m:groupChr>
                              </m:e>
                              <m:lim>
                                <m:r>
                                  <m:rPr>
                                    <m:sty m:val="p"/>
                                  </m:rPr>
                                  <a:rPr lang="en-US" dirty="0"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lim>
                            </m:limUpp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limUpp>
                              <m:limUp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limUppPr>
                              <m:e>
                                <m:groupChr>
                                  <m:groupChrPr>
                                    <m:chr m:val="⏞"/>
                                    <m:pos m:val="top"/>
                                    <m:vertJc m:val="bot"/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groupChrPr>
                                  <m:e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m>
                                          <m:mPr>
                                            <m:plcHide m:val="on"/>
                                            <m:mcs>
                                              <m:mc>
                                                <m:mcPr>
                                                  <m:count m:val="1"/>
                                                  <m:mcJc m:val="center"/>
                                                </m:mcPr>
                                              </m:mc>
                                            </m:mcs>
                                            <m:ctrlPr>
                                              <a:rPr lang="en-US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mPr>
                                          <m:m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𝜖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dirty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en-US" dirty="0">
                                                  <a:latin typeface="Cambria Math" panose="02040503050406030204" pitchFamily="18" charset="0"/>
                                                </a:rPr>
                                                <m:t>⋮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𝜖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  <m:r>
                                                    <a:rPr lang="en-US" dirty="0">
                                                      <a:latin typeface="Cambria Math" panose="02040503050406030204" pitchFamily="18" charset="0"/>
                                                    </a:rPr>
                                                    <m:t>−</m:t>
                                                  </m:r>
                                                  <m:r>
                                                    <a:rPr lang="en-US" dirty="0">
                                                      <a:latin typeface="Cambria Math" panose="02040503050406030204" pitchFamily="18" charset="0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mr>
                                          <m:m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𝜖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sub>
                                              </m:sSub>
                                            </m:e>
                                          </m:mr>
                                          <m:mr>
                                            <m:e>
                                              <m:r>
                                                <a:rPr lang="en-US" dirty="0">
                                                  <a:latin typeface="Cambria Math" panose="02040503050406030204" pitchFamily="18" charset="0"/>
                                                </a:rPr>
                                                <m:t>⋮</m:t>
                                              </m:r>
                                            </m:e>
                                          </m:mr>
                                          <m:m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𝜖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𝑚</m:t>
                                                  </m:r>
                                                </m:sub>
                                              </m:sSub>
                                            </m:e>
                                          </m:mr>
                                        </m:m>
                                      </m:e>
                                    </m:d>
                                  </m:e>
                                </m:groupChr>
                              </m:e>
                              <m:lim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𝜖</m:t>
                                </m:r>
                              </m:lim>
                            </m:limUpp>
                          </m:e>
                        </m:mr>
                      </m:m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𝑌</m:t>
                      </m:r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acc>
                        <m:accPr>
                          <m:chr m:val="̂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</m:oMath>
                  </m:oMathPara>
                </a14:m>
                <a:endParaRPr lang="en-IN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0971BF-17EC-BFC9-A62D-115C07EAAB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9" t="-7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3216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25DAF-11C2-C78E-25E7-DD9571BDB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Example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EFE860-8712-20F6-ABE9-951B21FE44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Let us say I know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dirty="0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IN" dirty="0"/>
                  <a:t> is the Heaviside step function with the jump occurring at t=26 s. Let us say the measurement frequency is 10 s. Find the design matrix A and </a:t>
                </a:r>
                <a:r>
                  <a:rPr lang="en-IN"/>
                  <a:t>parameter vector X</a:t>
                </a:r>
                <a:r>
                  <a:rPr lang="en-IN" dirty="0"/>
                  <a:t>.</a:t>
                </a:r>
              </a:p>
              <a:p>
                <a:endParaRPr lang="en-I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eqArr>
                        <m:eqArrPr>
                          <m:ctrlPr>
                            <a:rPr lang="en-IN" i="1" kern="100" smtClean="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</m:ctrlPr>
                        </m:eqArrPr>
                        <m:e>
                          <m:r>
                            <m:rPr>
                              <m:sty m:val="p"/>
                            </m:rPr>
                            <a:rPr lang="en-IN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  <m:t>A</m:t>
                          </m:r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unga" panose="020B0502040204020203" pitchFamily="3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1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IN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unga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unga" panose="020B0502040204020203" pitchFamily="34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IN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unga" panose="020B0502040204020203" pitchFamily="34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1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IN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unga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unga" panose="020B0502040204020203" pitchFamily="34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IN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unga" panose="020B0502040204020203" pitchFamily="34" charset="0"/>
                                          </a:rPr>
                                          <m:t>259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1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IN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unga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unga" panose="020B0502040204020203" pitchFamily="34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IN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unga" panose="020B0502040204020203" pitchFamily="34" charset="0"/>
                                          </a:rPr>
                                          <m:t>260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1</m:t>
                                    </m:r>
                                  </m:e>
                                  <m:e>
                                    <m:sSub>
                                      <m:sSubPr>
                                        <m:ctrlPr>
                                          <a:rPr lang="en-IN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unga" panose="020B0502040204020203" pitchFamily="34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unga" panose="020B0502040204020203" pitchFamily="34" charset="0"/>
                                          </a:rPr>
                                          <m:t>𝑡</m:t>
                                        </m:r>
                                      </m:e>
                                      <m:sub>
                                        <m:r>
                                          <a:rPr lang="en-IN" i="1" kern="100">
                                            <a:effectLst/>
                                            <a:latin typeface="Cambria Math" panose="02040503050406030204" pitchFamily="18" charset="0"/>
                                            <a:ea typeface="Aptos" panose="020B0004020202020204" pitchFamily="34" charset="0"/>
                                            <a:cs typeface="Tunga" panose="020B0502040204020203" pitchFamily="34" charset="0"/>
                                          </a:rPr>
                                          <m:t>1000</m:t>
                                        </m:r>
                                      </m:sub>
                                    </m:sSub>
                                  </m:e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IN" i="1" kern="1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Tunga" panose="020B0502040204020203" pitchFamily="34" charset="0"/>
                            </a:rPr>
                            <m:t>=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IN" i="1" kern="1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Tunga" panose="020B0502040204020203" pitchFamily="34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plcHide m:val="on"/>
                                  <m:mcs>
                                    <m:mc>
                                      <m:mcPr>
                                        <m:count m:val="3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IN" i="1" kern="100">
                                      <a:effectLst/>
                                      <a:latin typeface="Cambria Math" panose="02040503050406030204" pitchFamily="18" charset="0"/>
                                      <a:ea typeface="Aptos" panose="020B0004020202020204" pitchFamily="34" charset="0"/>
                                      <a:cs typeface="Tunga" panose="020B0502040204020203" pitchFamily="34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0.1</m:t>
                                    </m:r>
                                  </m:e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25.9</m:t>
                                    </m:r>
                                  </m:e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0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26</m:t>
                                    </m:r>
                                  </m:e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1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⋮</m:t>
                                    </m:r>
                                  </m:e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⋮</m:t>
                                    </m:r>
                                  </m:e>
                                </m:mr>
                                <m:mr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1</m:t>
                                    </m:r>
                                  </m:e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100</m:t>
                                    </m:r>
                                  </m:e>
                                  <m:e>
                                    <m:r>
                                      <a:rPr lang="en-IN" i="1" kern="100">
                                        <a:effectLst/>
                                        <a:latin typeface="Cambria Math" panose="02040503050406030204" pitchFamily="18" charset="0"/>
                                        <a:ea typeface="Aptos" panose="020B0004020202020204" pitchFamily="34" charset="0"/>
                                        <a:cs typeface="Tunga" panose="020B0502040204020203" pitchFamily="34" charset="0"/>
                                      </a:rPr>
                                      <m:t>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eqArr>
                    </m:oMath>
                  </m:oMathPara>
                </a14:m>
                <a:endParaRPr lang="en-IN" kern="1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Tunga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EFE860-8712-20F6-ABE9-951B21FE44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9" t="-9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10040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5474</TotalTime>
  <Words>576</Words>
  <Application>Microsoft Office PowerPoint</Application>
  <PresentationFormat>Widescreen</PresentationFormat>
  <Paragraphs>73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Calisto MT</vt:lpstr>
      <vt:lpstr>Cambria Math</vt:lpstr>
      <vt:lpstr>Univers Condensed</vt:lpstr>
      <vt:lpstr>ChronicleVTI</vt:lpstr>
      <vt:lpstr>CV5100: Modelling, Uncertainty and Data for Engineers MODULE 2: TIME SERIES ANALYSIS, lecture 2: Modeling and estimation</vt:lpstr>
      <vt:lpstr>Time series expression</vt:lpstr>
      <vt:lpstr>components</vt:lpstr>
      <vt:lpstr>components model</vt:lpstr>
      <vt:lpstr>Signal and noise</vt:lpstr>
      <vt:lpstr>Time series expression</vt:lpstr>
      <vt:lpstr> Example</vt:lpstr>
      <vt:lpstr>Model estimation </vt:lpstr>
      <vt:lpstr>LS of time series </vt:lpstr>
      <vt:lpstr>LS of time series </vt:lpstr>
      <vt:lpstr>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Sudheendra Herkal</dc:creator>
  <cp:lastModifiedBy>Sudheendra Herkal</cp:lastModifiedBy>
  <cp:revision>24</cp:revision>
  <dcterms:created xsi:type="dcterms:W3CDTF">2025-05-19T08:31:03Z</dcterms:created>
  <dcterms:modified xsi:type="dcterms:W3CDTF">2025-10-29T04:43:46Z</dcterms:modified>
</cp:coreProperties>
</file>