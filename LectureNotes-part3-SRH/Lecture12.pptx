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12"/>
  </p:notesMasterIdLst>
  <p:sldIdLst>
    <p:sldId id="256" r:id="rId2"/>
    <p:sldId id="376" r:id="rId3"/>
    <p:sldId id="386" r:id="rId4"/>
    <p:sldId id="377" r:id="rId5"/>
    <p:sldId id="378" r:id="rId6"/>
    <p:sldId id="382" r:id="rId7"/>
    <p:sldId id="379" r:id="rId8"/>
    <p:sldId id="380" r:id="rId9"/>
    <p:sldId id="381" r:id="rId10"/>
    <p:sldId id="38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00C0"/>
    <a:srgbClr val="FFFFFF"/>
    <a:srgbClr val="05A6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DFFB63-B0FA-4719-9337-C81A752FAF8B}" v="1423" dt="2025-11-05T14:49:19.6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07" autoAdjust="0"/>
    <p:restoredTop sz="95033" autoAdjust="0"/>
  </p:normalViewPr>
  <p:slideViewPr>
    <p:cSldViewPr snapToGrid="0">
      <p:cViewPr varScale="1">
        <p:scale>
          <a:sx n="70" d="100"/>
          <a:sy n="70" d="100"/>
        </p:scale>
        <p:origin x="1210" y="2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dheendra Herkal" userId="f3c620e209f08778" providerId="LiveId" clId="{0B20E52C-E505-4A07-893F-82EC66CDE422}"/>
    <pc:docChg chg="undo custSel addSld delSld modSld">
      <pc:chgData name="Sudheendra Herkal" userId="f3c620e209f08778" providerId="LiveId" clId="{0B20E52C-E505-4A07-893F-82EC66CDE422}" dt="2025-10-15T13:38:05.900" v="486"/>
      <pc:docMkLst>
        <pc:docMk/>
      </pc:docMkLst>
    </pc:docChg>
  </pc:docChgLst>
  <pc:docChgLst>
    <pc:chgData name="Sudheendra Herkal" userId="f3c620e209f08778" providerId="LiveId" clId="{D033AD51-43D7-4C91-8920-6A838971EEC3}"/>
    <pc:docChg chg="undo custSel addSld delSld modSld">
      <pc:chgData name="Sudheendra Herkal" userId="f3c620e209f08778" providerId="LiveId" clId="{D033AD51-43D7-4C91-8920-6A838971EEC3}" dt="2025-10-23T12:20:50.991" v="3803" actId="47"/>
      <pc:docMkLst>
        <pc:docMk/>
      </pc:docMkLst>
      <pc:sldChg chg="modSp mod">
        <pc:chgData name="Sudheendra Herkal" userId="f3c620e209f08778" providerId="LiveId" clId="{D033AD51-43D7-4C91-8920-6A838971EEC3}" dt="2025-10-23T09:44:54.880" v="33" actId="20577"/>
        <pc:sldMkLst>
          <pc:docMk/>
          <pc:sldMk cId="915932053" sldId="256"/>
        </pc:sldMkLst>
        <pc:spChg chg="mod">
          <ac:chgData name="Sudheendra Herkal" userId="f3c620e209f08778" providerId="LiveId" clId="{D033AD51-43D7-4C91-8920-6A838971EEC3}" dt="2025-10-23T09:44:54.880" v="33" actId="20577"/>
          <ac:spMkLst>
            <pc:docMk/>
            <pc:sldMk cId="915932053" sldId="256"/>
            <ac:spMk id="2" creationId="{7AEBE441-9013-3A7F-EB64-42A80AA1D73E}"/>
          </ac:spMkLst>
        </pc:spChg>
      </pc:sldChg>
    </pc:docChg>
  </pc:docChgLst>
  <pc:docChgLst>
    <pc:chgData name="Sudheendra Herkal" userId="f3c620e209f08778" providerId="LiveId" clId="{F9CED7AB-074C-4771-AC9B-578B16F0A07C}"/>
    <pc:docChg chg="undo custSel addSld delSld modSld">
      <pc:chgData name="Sudheendra Herkal" userId="f3c620e209f08778" providerId="LiveId" clId="{F9CED7AB-074C-4771-AC9B-578B16F0A07C}" dt="2025-11-04T11:25:01.435" v="4979" actId="1076"/>
      <pc:docMkLst>
        <pc:docMk/>
      </pc:docMkLst>
      <pc:sldChg chg="modSp mod">
        <pc:chgData name="Sudheendra Herkal" userId="f3c620e209f08778" providerId="LiveId" clId="{F9CED7AB-074C-4771-AC9B-578B16F0A07C}" dt="2025-11-03T04:50:22.439" v="37" actId="20577"/>
        <pc:sldMkLst>
          <pc:docMk/>
          <pc:sldMk cId="915932053" sldId="256"/>
        </pc:sldMkLst>
        <pc:spChg chg="mod">
          <ac:chgData name="Sudheendra Herkal" userId="f3c620e209f08778" providerId="LiveId" clId="{F9CED7AB-074C-4771-AC9B-578B16F0A07C}" dt="2025-11-03T04:50:22.439" v="37" actId="20577"/>
          <ac:spMkLst>
            <pc:docMk/>
            <pc:sldMk cId="915932053" sldId="256"/>
            <ac:spMk id="2" creationId="{7AEBE441-9013-3A7F-EB64-42A80AA1D73E}"/>
          </ac:spMkLst>
        </pc:spChg>
      </pc:sldChg>
      <pc:sldChg chg="modSp mod modAnim">
        <pc:chgData name="Sudheendra Herkal" userId="f3c620e209f08778" providerId="LiveId" clId="{F9CED7AB-074C-4771-AC9B-578B16F0A07C}" dt="2025-11-04T05:46:45.992" v="3933"/>
        <pc:sldMkLst>
          <pc:docMk/>
          <pc:sldMk cId="392290644" sldId="376"/>
        </pc:sldMkLst>
        <pc:spChg chg="mod">
          <ac:chgData name="Sudheendra Herkal" userId="f3c620e209f08778" providerId="LiveId" clId="{F9CED7AB-074C-4771-AC9B-578B16F0A07C}" dt="2025-11-03T05:25:02.127" v="910" actId="20577"/>
          <ac:spMkLst>
            <pc:docMk/>
            <pc:sldMk cId="392290644" sldId="376"/>
            <ac:spMk id="2" creationId="{66E3F8D3-5C9F-B6CA-1708-C533979EC9FA}"/>
          </ac:spMkLst>
        </pc:spChg>
        <pc:spChg chg="mod">
          <ac:chgData name="Sudheendra Herkal" userId="f3c620e209f08778" providerId="LiveId" clId="{F9CED7AB-074C-4771-AC9B-578B16F0A07C}" dt="2025-11-04T05:10:20.856" v="1775" actId="27636"/>
          <ac:spMkLst>
            <pc:docMk/>
            <pc:sldMk cId="392290644" sldId="376"/>
            <ac:spMk id="3" creationId="{E06E232A-D1B5-150A-CC82-BE1EBAD62402}"/>
          </ac:spMkLst>
        </pc:spChg>
      </pc:sldChg>
      <pc:sldChg chg="modSp new mod modAnim">
        <pc:chgData name="Sudheendra Herkal" userId="f3c620e209f08778" providerId="LiveId" clId="{F9CED7AB-074C-4771-AC9B-578B16F0A07C}" dt="2025-11-04T10:03:07.831" v="4944"/>
        <pc:sldMkLst>
          <pc:docMk/>
          <pc:sldMk cId="538658484" sldId="377"/>
        </pc:sldMkLst>
        <pc:spChg chg="mod">
          <ac:chgData name="Sudheendra Herkal" userId="f3c620e209f08778" providerId="LiveId" clId="{F9CED7AB-074C-4771-AC9B-578B16F0A07C}" dt="2025-11-03T05:25:07.281" v="926" actId="20577"/>
          <ac:spMkLst>
            <pc:docMk/>
            <pc:sldMk cId="538658484" sldId="377"/>
            <ac:spMk id="2" creationId="{BE221FC9-E5AC-A154-B5DE-0517EF46D30F}"/>
          </ac:spMkLst>
        </pc:spChg>
        <pc:spChg chg="mod">
          <ac:chgData name="Sudheendra Herkal" userId="f3c620e209f08778" providerId="LiveId" clId="{F9CED7AB-074C-4771-AC9B-578B16F0A07C}" dt="2025-11-04T05:09:15.197" v="1700" actId="12"/>
          <ac:spMkLst>
            <pc:docMk/>
            <pc:sldMk cId="538658484" sldId="377"/>
            <ac:spMk id="3" creationId="{735A4E40-3F74-1809-31E5-E3098C2AB6F9}"/>
          </ac:spMkLst>
        </pc:spChg>
      </pc:sldChg>
      <pc:sldChg chg="modSp new mod modAnim modNotesTx">
        <pc:chgData name="Sudheendra Herkal" userId="f3c620e209f08778" providerId="LiveId" clId="{F9CED7AB-074C-4771-AC9B-578B16F0A07C}" dt="2025-11-04T05:47:59.140" v="3948" actId="403"/>
        <pc:sldMkLst>
          <pc:docMk/>
          <pc:sldMk cId="2063023975" sldId="378"/>
        </pc:sldMkLst>
        <pc:spChg chg="mod">
          <ac:chgData name="Sudheendra Herkal" userId="f3c620e209f08778" providerId="LiveId" clId="{F9CED7AB-074C-4771-AC9B-578B16F0A07C}" dt="2025-11-04T05:10:34.283" v="1786" actId="20577"/>
          <ac:spMkLst>
            <pc:docMk/>
            <pc:sldMk cId="2063023975" sldId="378"/>
            <ac:spMk id="2" creationId="{06D25455-9E93-25EE-FD33-30679CBEFA5E}"/>
          </ac:spMkLst>
        </pc:spChg>
        <pc:spChg chg="mod">
          <ac:chgData name="Sudheendra Herkal" userId="f3c620e209f08778" providerId="LiveId" clId="{F9CED7AB-074C-4771-AC9B-578B16F0A07C}" dt="2025-11-04T05:47:59.140" v="3948" actId="403"/>
          <ac:spMkLst>
            <pc:docMk/>
            <pc:sldMk cId="2063023975" sldId="378"/>
            <ac:spMk id="3" creationId="{2B94444B-1DF0-57D9-0972-0035BC1CF201}"/>
          </ac:spMkLst>
        </pc:spChg>
      </pc:sldChg>
      <pc:sldChg chg="addSp modSp new mod">
        <pc:chgData name="Sudheendra Herkal" userId="f3c620e209f08778" providerId="LiveId" clId="{F9CED7AB-074C-4771-AC9B-578B16F0A07C}" dt="2025-11-04T11:25:01.435" v="4979" actId="1076"/>
        <pc:sldMkLst>
          <pc:docMk/>
          <pc:sldMk cId="1600025959" sldId="379"/>
        </pc:sldMkLst>
        <pc:spChg chg="mod">
          <ac:chgData name="Sudheendra Herkal" userId="f3c620e209f08778" providerId="LiveId" clId="{F9CED7AB-074C-4771-AC9B-578B16F0A07C}" dt="2025-11-04T05:28:30.568" v="3006" actId="20577"/>
          <ac:spMkLst>
            <pc:docMk/>
            <pc:sldMk cId="1600025959" sldId="379"/>
            <ac:spMk id="2" creationId="{5A141CD1-4696-14C2-143C-C2226BCADF97}"/>
          </ac:spMkLst>
        </pc:spChg>
        <pc:spChg chg="mod">
          <ac:chgData name="Sudheendra Herkal" userId="f3c620e209f08778" providerId="LiveId" clId="{F9CED7AB-074C-4771-AC9B-578B16F0A07C}" dt="2025-11-04T11:24:59.605" v="4978" actId="14100"/>
          <ac:spMkLst>
            <pc:docMk/>
            <pc:sldMk cId="1600025959" sldId="379"/>
            <ac:spMk id="3" creationId="{EB2FD7AF-CA3E-710E-4C01-DC651047C661}"/>
          </ac:spMkLst>
        </pc:spChg>
        <pc:spChg chg="add mod">
          <ac:chgData name="Sudheendra Herkal" userId="f3c620e209f08778" providerId="LiveId" clId="{F9CED7AB-074C-4771-AC9B-578B16F0A07C}" dt="2025-11-04T05:29:16.046" v="3032" actId="164"/>
          <ac:spMkLst>
            <pc:docMk/>
            <pc:sldMk cId="1600025959" sldId="379"/>
            <ac:spMk id="6" creationId="{73A6055A-AD61-7722-4B66-842D53F46038}"/>
          </ac:spMkLst>
        </pc:spChg>
        <pc:spChg chg="add mod">
          <ac:chgData name="Sudheendra Herkal" userId="f3c620e209f08778" providerId="LiveId" clId="{F9CED7AB-074C-4771-AC9B-578B16F0A07C}" dt="2025-11-04T05:41:33.256" v="3442" actId="164"/>
          <ac:spMkLst>
            <pc:docMk/>
            <pc:sldMk cId="1600025959" sldId="379"/>
            <ac:spMk id="8" creationId="{AA14A440-30F1-2739-7B23-4CF18205727E}"/>
          </ac:spMkLst>
        </pc:spChg>
        <pc:spChg chg="add mod">
          <ac:chgData name="Sudheendra Herkal" userId="f3c620e209f08778" providerId="LiveId" clId="{F9CED7AB-074C-4771-AC9B-578B16F0A07C}" dt="2025-11-04T05:49:26.438" v="3963" actId="164"/>
          <ac:spMkLst>
            <pc:docMk/>
            <pc:sldMk cId="1600025959" sldId="379"/>
            <ac:spMk id="10" creationId="{FE12349A-78B9-5250-A1D1-C2C79C234712}"/>
          </ac:spMkLst>
        </pc:spChg>
        <pc:grpChg chg="add mod">
          <ac:chgData name="Sudheendra Herkal" userId="f3c620e209f08778" providerId="LiveId" clId="{F9CED7AB-074C-4771-AC9B-578B16F0A07C}" dt="2025-11-04T05:41:33.256" v="3442" actId="164"/>
          <ac:grpSpMkLst>
            <pc:docMk/>
            <pc:sldMk cId="1600025959" sldId="379"/>
            <ac:grpSpMk id="7" creationId="{BB7CA3B1-5D83-0B3B-A1EB-00FFAD870DF1}"/>
          </ac:grpSpMkLst>
        </pc:grpChg>
        <pc:grpChg chg="add mod">
          <ac:chgData name="Sudheendra Herkal" userId="f3c620e209f08778" providerId="LiveId" clId="{F9CED7AB-074C-4771-AC9B-578B16F0A07C}" dt="2025-11-04T05:49:26.438" v="3963" actId="164"/>
          <ac:grpSpMkLst>
            <pc:docMk/>
            <pc:sldMk cId="1600025959" sldId="379"/>
            <ac:grpSpMk id="9" creationId="{DC13161E-0356-8CAF-8B05-37810619B05C}"/>
          </ac:grpSpMkLst>
        </pc:grpChg>
        <pc:grpChg chg="add mod">
          <ac:chgData name="Sudheendra Herkal" userId="f3c620e209f08778" providerId="LiveId" clId="{F9CED7AB-074C-4771-AC9B-578B16F0A07C}" dt="2025-11-04T11:25:01.435" v="4979" actId="1076"/>
          <ac:grpSpMkLst>
            <pc:docMk/>
            <pc:sldMk cId="1600025959" sldId="379"/>
            <ac:grpSpMk id="11" creationId="{573962D3-03F5-6640-8812-1DE1B50BC28A}"/>
          </ac:grpSpMkLst>
        </pc:grpChg>
        <pc:picChg chg="add mod">
          <ac:chgData name="Sudheendra Herkal" userId="f3c620e209f08778" providerId="LiveId" clId="{F9CED7AB-074C-4771-AC9B-578B16F0A07C}" dt="2025-11-04T05:29:16.046" v="3032" actId="164"/>
          <ac:picMkLst>
            <pc:docMk/>
            <pc:sldMk cId="1600025959" sldId="379"/>
            <ac:picMk id="5" creationId="{4E1D08E9-11FD-B613-F50A-CC105CAB383E}"/>
          </ac:picMkLst>
        </pc:picChg>
      </pc:sldChg>
      <pc:sldChg chg="addSp delSp modSp new mod">
        <pc:chgData name="Sudheendra Herkal" userId="f3c620e209f08778" providerId="LiveId" clId="{F9CED7AB-074C-4771-AC9B-578B16F0A07C}" dt="2025-11-04T05:42:58.503" v="3447" actId="113"/>
        <pc:sldMkLst>
          <pc:docMk/>
          <pc:sldMk cId="3232626570" sldId="380"/>
        </pc:sldMkLst>
        <pc:spChg chg="mod">
          <ac:chgData name="Sudheendra Herkal" userId="f3c620e209f08778" providerId="LiveId" clId="{F9CED7AB-074C-4771-AC9B-578B16F0A07C}" dt="2025-11-04T05:31:03.033" v="3233"/>
          <ac:spMkLst>
            <pc:docMk/>
            <pc:sldMk cId="3232626570" sldId="380"/>
            <ac:spMk id="2" creationId="{157FA46A-8058-9C81-6E81-D0CA3D28D863}"/>
          </ac:spMkLst>
        </pc:spChg>
        <pc:spChg chg="mod">
          <ac:chgData name="Sudheendra Herkal" userId="f3c620e209f08778" providerId="LiveId" clId="{F9CED7AB-074C-4771-AC9B-578B16F0A07C}" dt="2025-11-04T05:42:58.503" v="3447" actId="113"/>
          <ac:spMkLst>
            <pc:docMk/>
            <pc:sldMk cId="3232626570" sldId="380"/>
            <ac:spMk id="3" creationId="{2A12C3E2-319D-7032-64C5-A847A7D9AF58}"/>
          </ac:spMkLst>
        </pc:spChg>
        <pc:spChg chg="add mod">
          <ac:chgData name="Sudheendra Herkal" userId="f3c620e209f08778" providerId="LiveId" clId="{F9CED7AB-074C-4771-AC9B-578B16F0A07C}" dt="2025-11-04T05:37:10.649" v="3313" actId="1076"/>
          <ac:spMkLst>
            <pc:docMk/>
            <pc:sldMk cId="3232626570" sldId="380"/>
            <ac:spMk id="10" creationId="{76ACF65B-55B4-AEA0-2202-03C89BA32649}"/>
          </ac:spMkLst>
        </pc:spChg>
        <pc:spChg chg="add mod">
          <ac:chgData name="Sudheendra Herkal" userId="f3c620e209f08778" providerId="LiveId" clId="{F9CED7AB-074C-4771-AC9B-578B16F0A07C}" dt="2025-11-04T05:37:27.363" v="3317" actId="1076"/>
          <ac:spMkLst>
            <pc:docMk/>
            <pc:sldMk cId="3232626570" sldId="380"/>
            <ac:spMk id="23" creationId="{EC288845-529F-A888-B72D-A1D66ECB614D}"/>
          </ac:spMkLst>
        </pc:spChg>
        <pc:spChg chg="add mod">
          <ac:chgData name="Sudheendra Herkal" userId="f3c620e209f08778" providerId="LiveId" clId="{F9CED7AB-074C-4771-AC9B-578B16F0A07C}" dt="2025-11-04T05:37:33.327" v="3320" actId="1076"/>
          <ac:spMkLst>
            <pc:docMk/>
            <pc:sldMk cId="3232626570" sldId="380"/>
            <ac:spMk id="27" creationId="{064A8C9E-CA8A-AA95-FDDB-744EBE3E957C}"/>
          </ac:spMkLst>
        </pc:spChg>
        <pc:graphicFrameChg chg="add mod modGraphic">
          <ac:chgData name="Sudheendra Herkal" userId="f3c620e209f08778" providerId="LiveId" clId="{F9CED7AB-074C-4771-AC9B-578B16F0A07C}" dt="2025-11-04T05:38:25.934" v="3321" actId="207"/>
          <ac:graphicFrameMkLst>
            <pc:docMk/>
            <pc:sldMk cId="3232626570" sldId="380"/>
            <ac:graphicFrameMk id="21" creationId="{298B822B-36BF-E92B-6A6F-9B9095012610}"/>
          </ac:graphicFrameMkLst>
        </pc:graphicFrameChg>
        <pc:graphicFrameChg chg="add mod modGraphic">
          <ac:chgData name="Sudheendra Herkal" userId="f3c620e209f08778" providerId="LiveId" clId="{F9CED7AB-074C-4771-AC9B-578B16F0A07C}" dt="2025-11-04T05:38:29.800" v="3322" actId="207"/>
          <ac:graphicFrameMkLst>
            <pc:docMk/>
            <pc:sldMk cId="3232626570" sldId="380"/>
            <ac:graphicFrameMk id="25" creationId="{FD8B82C8-B16C-3123-311C-5FF0BF3512FB}"/>
          </ac:graphicFrameMkLst>
        </pc:graphicFrameChg>
        <pc:graphicFrameChg chg="add mod modGraphic">
          <ac:chgData name="Sudheendra Herkal" userId="f3c620e209f08778" providerId="LiveId" clId="{F9CED7AB-074C-4771-AC9B-578B16F0A07C}" dt="2025-11-04T05:38:33.460" v="3323" actId="207"/>
          <ac:graphicFrameMkLst>
            <pc:docMk/>
            <pc:sldMk cId="3232626570" sldId="380"/>
            <ac:graphicFrameMk id="29" creationId="{9692290D-8972-4CDB-1B7C-2EE350E8CFDC}"/>
          </ac:graphicFrameMkLst>
        </pc:graphicFrameChg>
        <pc:picChg chg="add mod modCrop">
          <ac:chgData name="Sudheendra Herkal" userId="f3c620e209f08778" providerId="LiveId" clId="{F9CED7AB-074C-4771-AC9B-578B16F0A07C}" dt="2025-11-04T05:36:33.870" v="3296" actId="1076"/>
          <ac:picMkLst>
            <pc:docMk/>
            <pc:sldMk cId="3232626570" sldId="380"/>
            <ac:picMk id="5" creationId="{65A8F0C7-0EF0-29C2-C417-8E80F1077A0B}"/>
          </ac:picMkLst>
        </pc:picChg>
        <pc:picChg chg="add mod modCrop">
          <ac:chgData name="Sudheendra Herkal" userId="f3c620e209f08778" providerId="LiveId" clId="{F9CED7AB-074C-4771-AC9B-578B16F0A07C}" dt="2025-11-04T05:36:33.870" v="3296" actId="1076"/>
          <ac:picMkLst>
            <pc:docMk/>
            <pc:sldMk cId="3232626570" sldId="380"/>
            <ac:picMk id="7" creationId="{DC4E1A5A-EEE2-547F-7223-1DDB22FD20DE}"/>
          </ac:picMkLst>
        </pc:picChg>
        <pc:picChg chg="add mod modCrop">
          <ac:chgData name="Sudheendra Herkal" userId="f3c620e209f08778" providerId="LiveId" clId="{F9CED7AB-074C-4771-AC9B-578B16F0A07C}" dt="2025-11-04T05:36:33.870" v="3296" actId="1076"/>
          <ac:picMkLst>
            <pc:docMk/>
            <pc:sldMk cId="3232626570" sldId="380"/>
            <ac:picMk id="9" creationId="{F083C9F6-74DC-15B8-042D-3360D0B149FE}"/>
          </ac:picMkLst>
        </pc:picChg>
        <pc:cxnChg chg="add del mod">
          <ac:chgData name="Sudheendra Herkal" userId="f3c620e209f08778" providerId="LiveId" clId="{F9CED7AB-074C-4771-AC9B-578B16F0A07C}" dt="2025-11-04T05:37:00.882" v="3308" actId="478"/>
          <ac:cxnSpMkLst>
            <pc:docMk/>
            <pc:sldMk cId="3232626570" sldId="380"/>
            <ac:cxnSpMk id="12" creationId="{E1C6A1D9-3510-C715-8596-17FCE2D06614}"/>
          </ac:cxnSpMkLst>
        </pc:cxnChg>
        <pc:cxnChg chg="add del mod">
          <ac:chgData name="Sudheendra Herkal" userId="f3c620e209f08778" providerId="LiveId" clId="{F9CED7AB-074C-4771-AC9B-578B16F0A07C}" dt="2025-11-04T05:37:22.767" v="3315" actId="478"/>
          <ac:cxnSpMkLst>
            <pc:docMk/>
            <pc:sldMk cId="3232626570" sldId="380"/>
            <ac:cxnSpMk id="14" creationId="{055507FF-2D11-3028-0209-19F04BC5F7CF}"/>
          </ac:cxnSpMkLst>
        </pc:cxnChg>
        <pc:cxnChg chg="add del mod">
          <ac:chgData name="Sudheendra Herkal" userId="f3c620e209f08778" providerId="LiveId" clId="{F9CED7AB-074C-4771-AC9B-578B16F0A07C}" dt="2025-11-04T05:37:28.663" v="3318" actId="478"/>
          <ac:cxnSpMkLst>
            <pc:docMk/>
            <pc:sldMk cId="3232626570" sldId="380"/>
            <ac:cxnSpMk id="17" creationId="{72A99109-72B9-70E8-1EE0-D44756BF48B3}"/>
          </ac:cxnSpMkLst>
        </pc:cxnChg>
        <pc:cxnChg chg="add del">
          <ac:chgData name="Sudheendra Herkal" userId="f3c620e209f08778" providerId="LiveId" clId="{F9CED7AB-074C-4771-AC9B-578B16F0A07C}" dt="2025-11-04T05:36:07.671" v="3288" actId="478"/>
          <ac:cxnSpMkLst>
            <pc:docMk/>
            <pc:sldMk cId="3232626570" sldId="380"/>
            <ac:cxnSpMk id="19" creationId="{0087EDA3-3033-1213-F16C-B01A250DB4F1}"/>
          </ac:cxnSpMkLst>
        </pc:cxnChg>
        <pc:cxnChg chg="add mod">
          <ac:chgData name="Sudheendra Herkal" userId="f3c620e209f08778" providerId="LiveId" clId="{F9CED7AB-074C-4771-AC9B-578B16F0A07C}" dt="2025-11-04T05:37:18.649" v="3314" actId="1076"/>
          <ac:cxnSpMkLst>
            <pc:docMk/>
            <pc:sldMk cId="3232626570" sldId="380"/>
            <ac:cxnSpMk id="20" creationId="{A649B3F2-CA21-18A8-9907-9831FF7ECF5B}"/>
          </ac:cxnSpMkLst>
        </pc:cxnChg>
        <pc:cxnChg chg="add mod">
          <ac:chgData name="Sudheendra Herkal" userId="f3c620e209f08778" providerId="LiveId" clId="{F9CED7AB-074C-4771-AC9B-578B16F0A07C}" dt="2025-11-04T05:37:04.596" v="3310" actId="1076"/>
          <ac:cxnSpMkLst>
            <pc:docMk/>
            <pc:sldMk cId="3232626570" sldId="380"/>
            <ac:cxnSpMk id="22" creationId="{6588D759-82AB-B6F3-7FDC-45CD6C152314}"/>
          </ac:cxnSpMkLst>
        </pc:cxnChg>
        <pc:cxnChg chg="add mod">
          <ac:chgData name="Sudheendra Herkal" userId="f3c620e209f08778" providerId="LiveId" clId="{F9CED7AB-074C-4771-AC9B-578B16F0A07C}" dt="2025-11-04T05:37:27.363" v="3317" actId="1076"/>
          <ac:cxnSpMkLst>
            <pc:docMk/>
            <pc:sldMk cId="3232626570" sldId="380"/>
            <ac:cxnSpMk id="24" creationId="{FC200383-8054-987F-DB4D-3D79B5912989}"/>
          </ac:cxnSpMkLst>
        </pc:cxnChg>
        <pc:cxnChg chg="add mod">
          <ac:chgData name="Sudheendra Herkal" userId="f3c620e209f08778" providerId="LiveId" clId="{F9CED7AB-074C-4771-AC9B-578B16F0A07C}" dt="2025-11-04T05:37:27.363" v="3317" actId="1076"/>
          <ac:cxnSpMkLst>
            <pc:docMk/>
            <pc:sldMk cId="3232626570" sldId="380"/>
            <ac:cxnSpMk id="26" creationId="{BD3CD7E7-43EF-D416-6958-09CCB8ECDAC0}"/>
          </ac:cxnSpMkLst>
        </pc:cxnChg>
        <pc:cxnChg chg="add mod">
          <ac:chgData name="Sudheendra Herkal" userId="f3c620e209f08778" providerId="LiveId" clId="{F9CED7AB-074C-4771-AC9B-578B16F0A07C}" dt="2025-11-04T05:37:33.327" v="3320" actId="1076"/>
          <ac:cxnSpMkLst>
            <pc:docMk/>
            <pc:sldMk cId="3232626570" sldId="380"/>
            <ac:cxnSpMk id="28" creationId="{4D3D9DFB-399E-D434-82E6-50478D5AFE0A}"/>
          </ac:cxnSpMkLst>
        </pc:cxnChg>
        <pc:cxnChg chg="add mod">
          <ac:chgData name="Sudheendra Herkal" userId="f3c620e209f08778" providerId="LiveId" clId="{F9CED7AB-074C-4771-AC9B-578B16F0A07C}" dt="2025-11-04T05:37:33.327" v="3320" actId="1076"/>
          <ac:cxnSpMkLst>
            <pc:docMk/>
            <pc:sldMk cId="3232626570" sldId="380"/>
            <ac:cxnSpMk id="30" creationId="{8BD38038-9921-9A82-DDDA-4E7DC145FB05}"/>
          </ac:cxnSpMkLst>
        </pc:cxnChg>
      </pc:sldChg>
      <pc:sldChg chg="addSp modSp new mod">
        <pc:chgData name="Sudheendra Herkal" userId="f3c620e209f08778" providerId="LiveId" clId="{F9CED7AB-074C-4771-AC9B-578B16F0A07C}" dt="2025-11-04T05:44:55.496" v="3614" actId="20577"/>
        <pc:sldMkLst>
          <pc:docMk/>
          <pc:sldMk cId="1200542631" sldId="381"/>
        </pc:sldMkLst>
        <pc:spChg chg="mod">
          <ac:chgData name="Sudheendra Herkal" userId="f3c620e209f08778" providerId="LiveId" clId="{F9CED7AB-074C-4771-AC9B-578B16F0A07C}" dt="2025-11-04T05:40:13.825" v="3412"/>
          <ac:spMkLst>
            <pc:docMk/>
            <pc:sldMk cId="1200542631" sldId="381"/>
            <ac:spMk id="2" creationId="{BFEA65F2-AB8A-6BA5-4077-7D2D44F789BB}"/>
          </ac:spMkLst>
        </pc:spChg>
        <pc:spChg chg="mod">
          <ac:chgData name="Sudheendra Herkal" userId="f3c620e209f08778" providerId="LiveId" clId="{F9CED7AB-074C-4771-AC9B-578B16F0A07C}" dt="2025-11-04T05:44:55.496" v="3614" actId="20577"/>
          <ac:spMkLst>
            <pc:docMk/>
            <pc:sldMk cId="1200542631" sldId="381"/>
            <ac:spMk id="3" creationId="{A8890FD3-A22C-8020-C35E-3F2B3FF81633}"/>
          </ac:spMkLst>
        </pc:spChg>
        <pc:spChg chg="add mod">
          <ac:chgData name="Sudheendra Herkal" userId="f3c620e209f08778" providerId="LiveId" clId="{F9CED7AB-074C-4771-AC9B-578B16F0A07C}" dt="2025-11-04T05:41:54.268" v="3445" actId="255"/>
          <ac:spMkLst>
            <pc:docMk/>
            <pc:sldMk cId="1200542631" sldId="381"/>
            <ac:spMk id="4" creationId="{0FAA5AAB-6783-A162-3355-B07DCB9EFC7C}"/>
          </ac:spMkLst>
        </pc:spChg>
        <pc:picChg chg="add mod">
          <ac:chgData name="Sudheendra Herkal" userId="f3c620e209f08778" providerId="LiveId" clId="{F9CED7AB-074C-4771-AC9B-578B16F0A07C}" dt="2025-11-04T05:41:12.521" v="3433" actId="1076"/>
          <ac:picMkLst>
            <pc:docMk/>
            <pc:sldMk cId="1200542631" sldId="381"/>
            <ac:picMk id="1026" creationId="{00EAA802-1CEF-031E-4FCC-C05B2E326B18}"/>
          </ac:picMkLst>
        </pc:picChg>
      </pc:sldChg>
      <pc:sldChg chg="modSp new mod modAnim">
        <pc:chgData name="Sudheendra Herkal" userId="f3c620e209f08778" providerId="LiveId" clId="{F9CED7AB-074C-4771-AC9B-578B16F0A07C}" dt="2025-11-04T05:48:02.260" v="3949" actId="403"/>
        <pc:sldMkLst>
          <pc:docMk/>
          <pc:sldMk cId="1562473980" sldId="382"/>
        </pc:sldMkLst>
        <pc:spChg chg="mod">
          <ac:chgData name="Sudheendra Herkal" userId="f3c620e209f08778" providerId="LiveId" clId="{F9CED7AB-074C-4771-AC9B-578B16F0A07C}" dt="2025-11-04T05:45:10.898" v="3616"/>
          <ac:spMkLst>
            <pc:docMk/>
            <pc:sldMk cId="1562473980" sldId="382"/>
            <ac:spMk id="2" creationId="{F0C64F0B-2442-AAD3-C4B6-78A7AD3A9C2D}"/>
          </ac:spMkLst>
        </pc:spChg>
        <pc:spChg chg="mod">
          <ac:chgData name="Sudheendra Herkal" userId="f3c620e209f08778" providerId="LiveId" clId="{F9CED7AB-074C-4771-AC9B-578B16F0A07C}" dt="2025-11-04T05:48:02.260" v="3949" actId="403"/>
          <ac:spMkLst>
            <pc:docMk/>
            <pc:sldMk cId="1562473980" sldId="382"/>
            <ac:spMk id="3" creationId="{FDC96D52-26F7-8B96-67A9-0C7D716CEBB9}"/>
          </ac:spMkLst>
        </pc:spChg>
      </pc:sldChg>
      <pc:sldChg chg="addSp delSp modSp new mod">
        <pc:chgData name="Sudheendra Herkal" userId="f3c620e209f08778" providerId="LiveId" clId="{F9CED7AB-074C-4771-AC9B-578B16F0A07C}" dt="2025-11-04T06:07:21.707" v="3972" actId="20577"/>
        <pc:sldMkLst>
          <pc:docMk/>
          <pc:sldMk cId="212045224" sldId="383"/>
        </pc:sldMkLst>
        <pc:spChg chg="mod">
          <ac:chgData name="Sudheendra Herkal" userId="f3c620e209f08778" providerId="LiveId" clId="{F9CED7AB-074C-4771-AC9B-578B16F0A07C}" dt="2025-11-04T06:07:21.707" v="3972" actId="20577"/>
          <ac:spMkLst>
            <pc:docMk/>
            <pc:sldMk cId="212045224" sldId="383"/>
            <ac:spMk id="2" creationId="{C8115583-16BC-BEFB-3261-DAC53DC15E55}"/>
          </ac:spMkLst>
        </pc:spChg>
        <pc:spChg chg="del">
          <ac:chgData name="Sudheendra Herkal" userId="f3c620e209f08778" providerId="LiveId" clId="{F9CED7AB-074C-4771-AC9B-578B16F0A07C}" dt="2025-11-04T06:07:11.394" v="3964" actId="478"/>
          <ac:spMkLst>
            <pc:docMk/>
            <pc:sldMk cId="212045224" sldId="383"/>
            <ac:spMk id="3" creationId="{997C08CF-0E9E-2D39-8A9B-52D447C5C45C}"/>
          </ac:spMkLst>
        </pc:spChg>
        <pc:spChg chg="add">
          <ac:chgData name="Sudheendra Herkal" userId="f3c620e209f08778" providerId="LiveId" clId="{F9CED7AB-074C-4771-AC9B-578B16F0A07C}" dt="2025-11-04T06:07:13.141" v="3965"/>
          <ac:spMkLst>
            <pc:docMk/>
            <pc:sldMk cId="212045224" sldId="383"/>
            <ac:spMk id="4" creationId="{3BC80072-D324-D85A-0568-771E51A84C32}"/>
          </ac:spMkLst>
        </pc:spChg>
        <pc:picChg chg="add mod">
          <ac:chgData name="Sudheendra Herkal" userId="f3c620e209f08778" providerId="LiveId" clId="{F9CED7AB-074C-4771-AC9B-578B16F0A07C}" dt="2025-11-04T06:07:19.936" v="3969" actId="1076"/>
          <ac:picMkLst>
            <pc:docMk/>
            <pc:sldMk cId="212045224" sldId="383"/>
            <ac:picMk id="5" creationId="{7691AB99-7D25-7F16-A06F-615E86C5D012}"/>
          </ac:picMkLst>
        </pc:picChg>
      </pc:sldChg>
      <pc:sldChg chg="addSp modSp new mod modAnim">
        <pc:chgData name="Sudheendra Herkal" userId="f3c620e209f08778" providerId="LiveId" clId="{F9CED7AB-074C-4771-AC9B-578B16F0A07C}" dt="2025-11-04T06:41:04.525" v="4584" actId="27636"/>
        <pc:sldMkLst>
          <pc:docMk/>
          <pc:sldMk cId="1078411006" sldId="384"/>
        </pc:sldMkLst>
        <pc:spChg chg="mod">
          <ac:chgData name="Sudheendra Herkal" userId="f3c620e209f08778" providerId="LiveId" clId="{F9CED7AB-074C-4771-AC9B-578B16F0A07C}" dt="2025-11-04T06:31:38.880" v="4047" actId="1076"/>
          <ac:spMkLst>
            <pc:docMk/>
            <pc:sldMk cId="1078411006" sldId="384"/>
            <ac:spMk id="2" creationId="{02AE70A4-B9BE-1262-06E1-33F87BFC3DF6}"/>
          </ac:spMkLst>
        </pc:spChg>
        <pc:spChg chg="mod">
          <ac:chgData name="Sudheendra Herkal" userId="f3c620e209f08778" providerId="LiveId" clId="{F9CED7AB-074C-4771-AC9B-578B16F0A07C}" dt="2025-11-04T06:41:04.525" v="4584" actId="27636"/>
          <ac:spMkLst>
            <pc:docMk/>
            <pc:sldMk cId="1078411006" sldId="384"/>
            <ac:spMk id="3" creationId="{F72195B4-07B5-BE0A-BE0C-BE0E85957112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8" creationId="{171FCB40-37C1-AFC5-34AB-813F6CDCF8B8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9" creationId="{AE43B14B-F2E3-6823-A142-BF58292049D4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10" creationId="{37472E4A-FCB0-BB66-9A0E-1A948A86AC27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11" creationId="{0D7A23F1-87C4-0E0A-C857-0DB435F53B33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12" creationId="{C1D23F5D-474A-3E15-B9C6-DAC998E7AA13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13" creationId="{D3AE5256-9731-8A14-67C6-6AE535FCFB87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14" creationId="{93A4F1B2-F846-65AD-45D3-1338353941BB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15" creationId="{033E0818-EEAC-D115-18FB-3576372E9174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16" creationId="{BFD8E82D-79A8-71FA-D7CE-7EF6FD550C99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17" creationId="{16EF7FEB-FECD-78C0-2DC5-E6E7284A2A4C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18" creationId="{2D874D06-8730-8F65-F98C-74B05F2A4E35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19" creationId="{3BCEC963-F41E-F296-AE96-59E7A28D6E85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20" creationId="{EFD4707A-F235-8980-C34A-0205A8E4D0CD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21" creationId="{952BC1FA-F012-0FFA-7356-6CC431957D4B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22" creationId="{046BB111-BA4B-E989-3A2B-A0DC2CAA0DAC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23" creationId="{D29D3FBD-1CCA-6031-C9D0-886931F63F04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24" creationId="{E117F283-AA5F-F9C3-154E-B90CB5F6C2BC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25" creationId="{BDE4F704-91CF-952F-A859-7CDCE239C9DB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26" creationId="{9D6BA71C-4E73-81BF-0453-684F63C628B9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27" creationId="{0EB136AD-91E8-29C1-7D8E-F2D4211F241A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28" creationId="{FA6AE53F-C793-A546-1894-CF0452C5D70A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29" creationId="{349FE1D2-E574-7C8A-E5DE-BCC0A5D88999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30" creationId="{3B67E516-4DCF-B019-696D-524999362DE0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31" creationId="{062E575F-3CB7-9188-C7F5-9595CB48EAE8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32" creationId="{E89C2997-1076-428D-C63B-20EFDC7F0FAC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33" creationId="{F18BF656-0506-27C7-ECB6-2CF18A5D0753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34" creationId="{26AF0CA1-976C-655F-196D-F995D0A3076A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35" creationId="{939BE8AF-9DE8-434B-2930-372381670F70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36" creationId="{9E29C24D-5C19-8268-BE84-27C7E3DCB81B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37" creationId="{0CD32817-24BB-204D-A4A9-B666871112F9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38" creationId="{E7CEC93E-DF37-9D4A-DE15-BA59C278C1F3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39" creationId="{2AB73277-1783-27A1-5179-4EFF0C7C7CD3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40" creationId="{9BC98063-AE1A-1C31-07F8-750F3031FE38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41" creationId="{5B360091-0628-8438-A5FC-66043AC0678E}"/>
          </ac:spMkLst>
        </pc:spChg>
        <pc:grpChg chg="add mod">
          <ac:chgData name="Sudheendra Herkal" userId="f3c620e209f08778" providerId="LiveId" clId="{F9CED7AB-074C-4771-AC9B-578B16F0A07C}" dt="2025-11-04T06:37:17.658" v="4439" actId="1076"/>
          <ac:grpSpMkLst>
            <pc:docMk/>
            <pc:sldMk cId="1078411006" sldId="384"/>
            <ac:grpSpMk id="42" creationId="{5B9638A9-DAB7-2D50-D90F-532EE5C2F10C}"/>
          </ac:grpSpMkLst>
        </pc:grpChg>
        <pc:cxnChg chg="add mod">
          <ac:chgData name="Sudheendra Herkal" userId="f3c620e209f08778" providerId="LiveId" clId="{F9CED7AB-074C-4771-AC9B-578B16F0A07C}" dt="2025-11-04T06:37:17.658" v="4439" actId="1076"/>
          <ac:cxnSpMkLst>
            <pc:docMk/>
            <pc:sldMk cId="1078411006" sldId="384"/>
            <ac:cxnSpMk id="5" creationId="{9EAE765E-A9CC-4BB6-9A89-A9FD276D4592}"/>
          </ac:cxnSpMkLst>
        </pc:cxnChg>
        <pc:cxnChg chg="add mod">
          <ac:chgData name="Sudheendra Herkal" userId="f3c620e209f08778" providerId="LiveId" clId="{F9CED7AB-074C-4771-AC9B-578B16F0A07C}" dt="2025-11-04T06:37:17.658" v="4439" actId="1076"/>
          <ac:cxnSpMkLst>
            <pc:docMk/>
            <pc:sldMk cId="1078411006" sldId="384"/>
            <ac:cxnSpMk id="6" creationId="{6D7072A0-A74B-D90F-1BD9-D3C52D34C17D}"/>
          </ac:cxnSpMkLst>
        </pc:cxnChg>
        <pc:cxnChg chg="add mod">
          <ac:chgData name="Sudheendra Herkal" userId="f3c620e209f08778" providerId="LiveId" clId="{F9CED7AB-074C-4771-AC9B-578B16F0A07C}" dt="2025-11-04T06:37:48.754" v="4468" actId="693"/>
          <ac:cxnSpMkLst>
            <pc:docMk/>
            <pc:sldMk cId="1078411006" sldId="384"/>
            <ac:cxnSpMk id="45" creationId="{436AA8B0-0242-0CAB-B10E-2CEE25E9DC7A}"/>
          </ac:cxnSpMkLst>
        </pc:cxnChg>
        <pc:cxnChg chg="add mod">
          <ac:chgData name="Sudheendra Herkal" userId="f3c620e209f08778" providerId="LiveId" clId="{F9CED7AB-074C-4771-AC9B-578B16F0A07C}" dt="2025-11-04T06:38:14.665" v="4474" actId="208"/>
          <ac:cxnSpMkLst>
            <pc:docMk/>
            <pc:sldMk cId="1078411006" sldId="384"/>
            <ac:cxnSpMk id="46" creationId="{6EB69B08-0A63-CF0C-1C62-4D38721C00FD}"/>
          </ac:cxnSpMkLst>
        </pc:cxnChg>
        <pc:cxnChg chg="add mod">
          <ac:chgData name="Sudheendra Herkal" userId="f3c620e209f08778" providerId="LiveId" clId="{F9CED7AB-074C-4771-AC9B-578B16F0A07C}" dt="2025-11-04T06:38:24.697" v="4478" actId="208"/>
          <ac:cxnSpMkLst>
            <pc:docMk/>
            <pc:sldMk cId="1078411006" sldId="384"/>
            <ac:cxnSpMk id="48" creationId="{BFC20A04-46CE-7C29-240C-F88872E530A4}"/>
          </ac:cxnSpMkLst>
        </pc:cxnChg>
        <pc:cxnChg chg="add mod">
          <ac:chgData name="Sudheendra Herkal" userId="f3c620e209f08778" providerId="LiveId" clId="{F9CED7AB-074C-4771-AC9B-578B16F0A07C}" dt="2025-11-04T06:38:36.381" v="4483" actId="208"/>
          <ac:cxnSpMkLst>
            <pc:docMk/>
            <pc:sldMk cId="1078411006" sldId="384"/>
            <ac:cxnSpMk id="50" creationId="{7E8033AC-5FD0-664B-9142-68754F2EADBD}"/>
          </ac:cxnSpMkLst>
        </pc:cxnChg>
        <pc:cxnChg chg="add mod">
          <ac:chgData name="Sudheendra Herkal" userId="f3c620e209f08778" providerId="LiveId" clId="{F9CED7AB-074C-4771-AC9B-578B16F0A07C}" dt="2025-11-04T06:38:47.889" v="4487" actId="208"/>
          <ac:cxnSpMkLst>
            <pc:docMk/>
            <pc:sldMk cId="1078411006" sldId="384"/>
            <ac:cxnSpMk id="52" creationId="{DEFB0087-3227-B16B-C634-3E7C96F45F3F}"/>
          </ac:cxnSpMkLst>
        </pc:cxnChg>
        <pc:cxnChg chg="add mod">
          <ac:chgData name="Sudheendra Herkal" userId="f3c620e209f08778" providerId="LiveId" clId="{F9CED7AB-074C-4771-AC9B-578B16F0A07C}" dt="2025-11-04T06:40:01.162" v="4501" actId="1076"/>
          <ac:cxnSpMkLst>
            <pc:docMk/>
            <pc:sldMk cId="1078411006" sldId="384"/>
            <ac:cxnSpMk id="54" creationId="{DFE373ED-C225-AAF7-74E8-D365781F5063}"/>
          </ac:cxnSpMkLst>
        </pc:cxnChg>
      </pc:sldChg>
      <pc:sldChg chg="addSp delSp modSp new mod modAnim">
        <pc:chgData name="Sudheendra Herkal" userId="f3c620e209f08778" providerId="LiveId" clId="{F9CED7AB-074C-4771-AC9B-578B16F0A07C}" dt="2025-11-04T06:47:50.378" v="4886" actId="20577"/>
        <pc:sldMkLst>
          <pc:docMk/>
          <pc:sldMk cId="3631437379" sldId="385"/>
        </pc:sldMkLst>
        <pc:spChg chg="del mod">
          <ac:chgData name="Sudheendra Herkal" userId="f3c620e209f08778" providerId="LiveId" clId="{F9CED7AB-074C-4771-AC9B-578B16F0A07C}" dt="2025-11-04T06:47:02.921" v="4782" actId="478"/>
          <ac:spMkLst>
            <pc:docMk/>
            <pc:sldMk cId="3631437379" sldId="385"/>
            <ac:spMk id="2" creationId="{59A26389-E29C-2AD2-78A3-A611F9157E94}"/>
          </ac:spMkLst>
        </pc:spChg>
        <pc:spChg chg="mod">
          <ac:chgData name="Sudheendra Herkal" userId="f3c620e209f08778" providerId="LiveId" clId="{F9CED7AB-074C-4771-AC9B-578B16F0A07C}" dt="2025-11-04T06:47:50.378" v="4886" actId="20577"/>
          <ac:spMkLst>
            <pc:docMk/>
            <pc:sldMk cId="3631437379" sldId="385"/>
            <ac:spMk id="3" creationId="{3C1BD532-6D2D-FA34-FCA3-A184935A5486}"/>
          </ac:spMkLst>
        </pc:spChg>
        <pc:spChg chg="mod">
          <ac:chgData name="Sudheendra Herkal" userId="f3c620e209f08778" providerId="LiveId" clId="{F9CED7AB-074C-4771-AC9B-578B16F0A07C}" dt="2025-11-04T06:42:58.480" v="4678" actId="478"/>
          <ac:spMkLst>
            <pc:docMk/>
            <pc:sldMk cId="3631437379" sldId="385"/>
            <ac:spMk id="7" creationId="{651569EC-1F19-8B09-5C61-8FA9E125F3D6}"/>
          </ac:spMkLst>
        </pc:spChg>
        <pc:spChg chg="del mod">
          <ac:chgData name="Sudheendra Herkal" userId="f3c620e209f08778" providerId="LiveId" clId="{F9CED7AB-074C-4771-AC9B-578B16F0A07C}" dt="2025-11-04T06:42:35.411" v="4654" actId="478"/>
          <ac:spMkLst>
            <pc:docMk/>
            <pc:sldMk cId="3631437379" sldId="385"/>
            <ac:spMk id="8" creationId="{38C33A1E-7813-A545-3D86-6CFA6B40FAE2}"/>
          </ac:spMkLst>
        </pc:spChg>
        <pc:spChg chg="del mod">
          <ac:chgData name="Sudheendra Herkal" userId="f3c620e209f08778" providerId="LiveId" clId="{F9CED7AB-074C-4771-AC9B-578B16F0A07C}" dt="2025-11-04T06:42:33.345" v="4653" actId="478"/>
          <ac:spMkLst>
            <pc:docMk/>
            <pc:sldMk cId="3631437379" sldId="385"/>
            <ac:spMk id="9" creationId="{5B8320D0-F560-2653-52C7-BEE5A507E867}"/>
          </ac:spMkLst>
        </pc:spChg>
        <pc:spChg chg="del mod">
          <ac:chgData name="Sudheendra Herkal" userId="f3c620e209f08778" providerId="LiveId" clId="{F9CED7AB-074C-4771-AC9B-578B16F0A07C}" dt="2025-11-04T06:42:38.645" v="4658" actId="478"/>
          <ac:spMkLst>
            <pc:docMk/>
            <pc:sldMk cId="3631437379" sldId="385"/>
            <ac:spMk id="10" creationId="{4FCAFDCD-F549-F778-FF6E-141C25A203FD}"/>
          </ac:spMkLst>
        </pc:spChg>
        <pc:spChg chg="mod">
          <ac:chgData name="Sudheendra Herkal" userId="f3c620e209f08778" providerId="LiveId" clId="{F9CED7AB-074C-4771-AC9B-578B16F0A07C}" dt="2025-11-04T06:42:58.480" v="4678" actId="478"/>
          <ac:spMkLst>
            <pc:docMk/>
            <pc:sldMk cId="3631437379" sldId="385"/>
            <ac:spMk id="11" creationId="{C7D07B3D-EFB6-946E-378E-00B6AB2A5D9A}"/>
          </ac:spMkLst>
        </pc:spChg>
        <pc:spChg chg="mod">
          <ac:chgData name="Sudheendra Herkal" userId="f3c620e209f08778" providerId="LiveId" clId="{F9CED7AB-074C-4771-AC9B-578B16F0A07C}" dt="2025-11-04T06:42:58.480" v="4678" actId="478"/>
          <ac:spMkLst>
            <pc:docMk/>
            <pc:sldMk cId="3631437379" sldId="385"/>
            <ac:spMk id="12" creationId="{76170B83-56E5-5230-09F4-96A349943E15}"/>
          </ac:spMkLst>
        </pc:spChg>
        <pc:spChg chg="del mod">
          <ac:chgData name="Sudheendra Herkal" userId="f3c620e209f08778" providerId="LiveId" clId="{F9CED7AB-074C-4771-AC9B-578B16F0A07C}" dt="2025-11-04T06:42:46.083" v="4664" actId="478"/>
          <ac:spMkLst>
            <pc:docMk/>
            <pc:sldMk cId="3631437379" sldId="385"/>
            <ac:spMk id="13" creationId="{750B76E3-DBCD-8068-C57A-3AA217BDF17D}"/>
          </ac:spMkLst>
        </pc:spChg>
        <pc:spChg chg="del mod">
          <ac:chgData name="Sudheendra Herkal" userId="f3c620e209f08778" providerId="LiveId" clId="{F9CED7AB-074C-4771-AC9B-578B16F0A07C}" dt="2025-11-04T06:42:49.810" v="4667" actId="478"/>
          <ac:spMkLst>
            <pc:docMk/>
            <pc:sldMk cId="3631437379" sldId="385"/>
            <ac:spMk id="14" creationId="{81B2C40E-2EDC-3794-1881-AB258A2E3EAC}"/>
          </ac:spMkLst>
        </pc:spChg>
        <pc:spChg chg="del mod">
          <ac:chgData name="Sudheendra Herkal" userId="f3c620e209f08778" providerId="LiveId" clId="{F9CED7AB-074C-4771-AC9B-578B16F0A07C}" dt="2025-11-04T06:42:51.633" v="4669" actId="478"/>
          <ac:spMkLst>
            <pc:docMk/>
            <pc:sldMk cId="3631437379" sldId="385"/>
            <ac:spMk id="15" creationId="{93C208DA-CE2D-AA68-F5CB-2CB6641ADB07}"/>
          </ac:spMkLst>
        </pc:spChg>
        <pc:spChg chg="del mod">
          <ac:chgData name="Sudheendra Herkal" userId="f3c620e209f08778" providerId="LiveId" clId="{F9CED7AB-074C-4771-AC9B-578B16F0A07C}" dt="2025-11-04T06:42:53.890" v="4672" actId="478"/>
          <ac:spMkLst>
            <pc:docMk/>
            <pc:sldMk cId="3631437379" sldId="385"/>
            <ac:spMk id="16" creationId="{EA595685-A207-C038-AD1C-5A38AD51A35B}"/>
          </ac:spMkLst>
        </pc:spChg>
        <pc:spChg chg="del mod">
          <ac:chgData name="Sudheendra Herkal" userId="f3c620e209f08778" providerId="LiveId" clId="{F9CED7AB-074C-4771-AC9B-578B16F0A07C}" dt="2025-11-04T06:42:53.220" v="4671" actId="478"/>
          <ac:spMkLst>
            <pc:docMk/>
            <pc:sldMk cId="3631437379" sldId="385"/>
            <ac:spMk id="17" creationId="{3D615D4D-1CA7-15FA-3ECE-C6C674D7AF6E}"/>
          </ac:spMkLst>
        </pc:spChg>
        <pc:spChg chg="mod">
          <ac:chgData name="Sudheendra Herkal" userId="f3c620e209f08778" providerId="LiveId" clId="{F9CED7AB-074C-4771-AC9B-578B16F0A07C}" dt="2025-11-04T06:42:58.480" v="4678" actId="478"/>
          <ac:spMkLst>
            <pc:docMk/>
            <pc:sldMk cId="3631437379" sldId="385"/>
            <ac:spMk id="18" creationId="{C4629E83-26B8-7FA3-22F5-A3C026D01CC1}"/>
          </ac:spMkLst>
        </pc:spChg>
        <pc:spChg chg="del mod">
          <ac:chgData name="Sudheendra Herkal" userId="f3c620e209f08778" providerId="LiveId" clId="{F9CED7AB-074C-4771-AC9B-578B16F0A07C}" dt="2025-11-04T06:42:55.394" v="4674" actId="478"/>
          <ac:spMkLst>
            <pc:docMk/>
            <pc:sldMk cId="3631437379" sldId="385"/>
            <ac:spMk id="19" creationId="{DAB33AEE-078D-EEA3-B52C-476B17D1B685}"/>
          </ac:spMkLst>
        </pc:spChg>
        <pc:spChg chg="del mod">
          <ac:chgData name="Sudheendra Herkal" userId="f3c620e209f08778" providerId="LiveId" clId="{F9CED7AB-074C-4771-AC9B-578B16F0A07C}" dt="2025-11-04T06:42:57.002" v="4676" actId="478"/>
          <ac:spMkLst>
            <pc:docMk/>
            <pc:sldMk cId="3631437379" sldId="385"/>
            <ac:spMk id="20" creationId="{B46015F1-575D-73BF-EA54-F3A164D8308E}"/>
          </ac:spMkLst>
        </pc:spChg>
        <pc:spChg chg="del mod">
          <ac:chgData name="Sudheendra Herkal" userId="f3c620e209f08778" providerId="LiveId" clId="{F9CED7AB-074C-4771-AC9B-578B16F0A07C}" dt="2025-11-04T06:42:56.376" v="4675" actId="478"/>
          <ac:spMkLst>
            <pc:docMk/>
            <pc:sldMk cId="3631437379" sldId="385"/>
            <ac:spMk id="21" creationId="{BDBE6BDF-BAB4-3F9C-CA65-09D39506D5C0}"/>
          </ac:spMkLst>
        </pc:spChg>
        <pc:spChg chg="mod">
          <ac:chgData name="Sudheendra Herkal" userId="f3c620e209f08778" providerId="LiveId" clId="{F9CED7AB-074C-4771-AC9B-578B16F0A07C}" dt="2025-11-04T06:42:58.480" v="4678" actId="478"/>
          <ac:spMkLst>
            <pc:docMk/>
            <pc:sldMk cId="3631437379" sldId="385"/>
            <ac:spMk id="22" creationId="{3D78D745-673A-BBAD-9E45-B343BF29C900}"/>
          </ac:spMkLst>
        </pc:spChg>
        <pc:spChg chg="del mod">
          <ac:chgData name="Sudheendra Herkal" userId="f3c620e209f08778" providerId="LiveId" clId="{F9CED7AB-074C-4771-AC9B-578B16F0A07C}" dt="2025-11-04T06:42:57.810" v="4677" actId="478"/>
          <ac:spMkLst>
            <pc:docMk/>
            <pc:sldMk cId="3631437379" sldId="385"/>
            <ac:spMk id="23" creationId="{D4CEDC27-3555-E2BF-C347-021D9A6EBB78}"/>
          </ac:spMkLst>
        </pc:spChg>
        <pc:spChg chg="del mod">
          <ac:chgData name="Sudheendra Herkal" userId="f3c620e209f08778" providerId="LiveId" clId="{F9CED7AB-074C-4771-AC9B-578B16F0A07C}" dt="2025-11-04T06:42:58.480" v="4678" actId="478"/>
          <ac:spMkLst>
            <pc:docMk/>
            <pc:sldMk cId="3631437379" sldId="385"/>
            <ac:spMk id="24" creationId="{2B460C8C-660D-6921-4B18-016FF1B210A0}"/>
          </ac:spMkLst>
        </pc:spChg>
        <pc:spChg chg="mod">
          <ac:chgData name="Sudheendra Herkal" userId="f3c620e209f08778" providerId="LiveId" clId="{F9CED7AB-074C-4771-AC9B-578B16F0A07C}" dt="2025-11-04T06:42:58.480" v="4678" actId="478"/>
          <ac:spMkLst>
            <pc:docMk/>
            <pc:sldMk cId="3631437379" sldId="385"/>
            <ac:spMk id="25" creationId="{549C98B7-403D-3F6D-D8AB-885BF28D557A}"/>
          </ac:spMkLst>
        </pc:spChg>
        <pc:spChg chg="del mod">
          <ac:chgData name="Sudheendra Herkal" userId="f3c620e209f08778" providerId="LiveId" clId="{F9CED7AB-074C-4771-AC9B-578B16F0A07C}" dt="2025-11-04T06:42:32.387" v="4652" actId="478"/>
          <ac:spMkLst>
            <pc:docMk/>
            <pc:sldMk cId="3631437379" sldId="385"/>
            <ac:spMk id="26" creationId="{7000C879-7852-3637-329E-65A6DA6F16A1}"/>
          </ac:spMkLst>
        </pc:spChg>
        <pc:spChg chg="mod">
          <ac:chgData name="Sudheendra Herkal" userId="f3c620e209f08778" providerId="LiveId" clId="{F9CED7AB-074C-4771-AC9B-578B16F0A07C}" dt="2025-11-04T06:42:58.480" v="4678" actId="478"/>
          <ac:spMkLst>
            <pc:docMk/>
            <pc:sldMk cId="3631437379" sldId="385"/>
            <ac:spMk id="27" creationId="{78F5D7A0-CF4D-D63C-BD6A-2B05400FA587}"/>
          </ac:spMkLst>
        </pc:spChg>
        <pc:spChg chg="del mod">
          <ac:chgData name="Sudheendra Herkal" userId="f3c620e209f08778" providerId="LiveId" clId="{F9CED7AB-074C-4771-AC9B-578B16F0A07C}" dt="2025-11-04T06:42:39.445" v="4659" actId="478"/>
          <ac:spMkLst>
            <pc:docMk/>
            <pc:sldMk cId="3631437379" sldId="385"/>
            <ac:spMk id="28" creationId="{83938DB0-7AEF-97E1-8FE9-17229E96FDCA}"/>
          </ac:spMkLst>
        </pc:spChg>
        <pc:spChg chg="del mod">
          <ac:chgData name="Sudheendra Herkal" userId="f3c620e209f08778" providerId="LiveId" clId="{F9CED7AB-074C-4771-AC9B-578B16F0A07C}" dt="2025-11-04T06:42:36.435" v="4655" actId="478"/>
          <ac:spMkLst>
            <pc:docMk/>
            <pc:sldMk cId="3631437379" sldId="385"/>
            <ac:spMk id="29" creationId="{EC3A5B3F-85CB-4E1E-0A74-98A3677F4519}"/>
          </ac:spMkLst>
        </pc:spChg>
        <pc:spChg chg="del mod">
          <ac:chgData name="Sudheendra Herkal" userId="f3c620e209f08778" providerId="LiveId" clId="{F9CED7AB-074C-4771-AC9B-578B16F0A07C}" dt="2025-11-04T06:42:37.763" v="4657" actId="478"/>
          <ac:spMkLst>
            <pc:docMk/>
            <pc:sldMk cId="3631437379" sldId="385"/>
            <ac:spMk id="30" creationId="{8FDF7572-6032-0276-414D-0180AD789084}"/>
          </ac:spMkLst>
        </pc:spChg>
        <pc:spChg chg="del mod">
          <ac:chgData name="Sudheendra Herkal" userId="f3c620e209f08778" providerId="LiveId" clId="{F9CED7AB-074C-4771-AC9B-578B16F0A07C}" dt="2025-11-04T06:42:40.250" v="4660" actId="478"/>
          <ac:spMkLst>
            <pc:docMk/>
            <pc:sldMk cId="3631437379" sldId="385"/>
            <ac:spMk id="31" creationId="{163C77F6-A1C1-9781-0961-CA042D43ADE0}"/>
          </ac:spMkLst>
        </pc:spChg>
        <pc:spChg chg="del mod">
          <ac:chgData name="Sudheendra Herkal" userId="f3c620e209f08778" providerId="LiveId" clId="{F9CED7AB-074C-4771-AC9B-578B16F0A07C}" dt="2025-11-04T06:42:41.224" v="4661" actId="478"/>
          <ac:spMkLst>
            <pc:docMk/>
            <pc:sldMk cId="3631437379" sldId="385"/>
            <ac:spMk id="32" creationId="{7E31568D-BED5-C67E-B9E5-949FFDEA65AD}"/>
          </ac:spMkLst>
        </pc:spChg>
        <pc:spChg chg="del mod">
          <ac:chgData name="Sudheendra Herkal" userId="f3c620e209f08778" providerId="LiveId" clId="{F9CED7AB-074C-4771-AC9B-578B16F0A07C}" dt="2025-11-04T06:42:47.696" v="4665" actId="478"/>
          <ac:spMkLst>
            <pc:docMk/>
            <pc:sldMk cId="3631437379" sldId="385"/>
            <ac:spMk id="33" creationId="{A5359631-97F9-E7BE-C5E2-8D3306AA0C32}"/>
          </ac:spMkLst>
        </pc:spChg>
        <pc:spChg chg="del mod">
          <ac:chgData name="Sudheendra Herkal" userId="f3c620e209f08778" providerId="LiveId" clId="{F9CED7AB-074C-4771-AC9B-578B16F0A07C}" dt="2025-11-04T06:42:48.681" v="4666" actId="478"/>
          <ac:spMkLst>
            <pc:docMk/>
            <pc:sldMk cId="3631437379" sldId="385"/>
            <ac:spMk id="34" creationId="{C3F15707-E2A0-660E-BB72-2341726EE78B}"/>
          </ac:spMkLst>
        </pc:spChg>
        <pc:spChg chg="del mod">
          <ac:chgData name="Sudheendra Herkal" userId="f3c620e209f08778" providerId="LiveId" clId="{F9CED7AB-074C-4771-AC9B-578B16F0A07C}" dt="2025-11-04T06:42:50.723" v="4668" actId="478"/>
          <ac:spMkLst>
            <pc:docMk/>
            <pc:sldMk cId="3631437379" sldId="385"/>
            <ac:spMk id="35" creationId="{6D8DD5F2-B451-6795-7F13-AD56061D9101}"/>
          </ac:spMkLst>
        </pc:spChg>
        <pc:spChg chg="del mod">
          <ac:chgData name="Sudheendra Herkal" userId="f3c620e209f08778" providerId="LiveId" clId="{F9CED7AB-074C-4771-AC9B-578B16F0A07C}" dt="2025-11-04T06:42:52.330" v="4670" actId="478"/>
          <ac:spMkLst>
            <pc:docMk/>
            <pc:sldMk cId="3631437379" sldId="385"/>
            <ac:spMk id="36" creationId="{CD3D3E03-CEE4-C9EE-181C-6EFFF88E5233}"/>
          </ac:spMkLst>
        </pc:spChg>
        <pc:spChg chg="mod">
          <ac:chgData name="Sudheendra Herkal" userId="f3c620e209f08778" providerId="LiveId" clId="{F9CED7AB-074C-4771-AC9B-578B16F0A07C}" dt="2025-11-04T06:42:58.480" v="4678" actId="478"/>
          <ac:spMkLst>
            <pc:docMk/>
            <pc:sldMk cId="3631437379" sldId="385"/>
            <ac:spMk id="37" creationId="{8397E8E9-6630-AB84-43C8-FEF5A4DD948C}"/>
          </ac:spMkLst>
        </pc:spChg>
        <pc:spChg chg="del mod">
          <ac:chgData name="Sudheendra Herkal" userId="f3c620e209f08778" providerId="LiveId" clId="{F9CED7AB-074C-4771-AC9B-578B16F0A07C}" dt="2025-11-04T06:42:54.746" v="4673" actId="478"/>
          <ac:spMkLst>
            <pc:docMk/>
            <pc:sldMk cId="3631437379" sldId="385"/>
            <ac:spMk id="38" creationId="{1F33F092-E48C-E94F-A813-38A0C4EE883C}"/>
          </ac:spMkLst>
        </pc:spChg>
        <pc:spChg chg="mod">
          <ac:chgData name="Sudheendra Herkal" userId="f3c620e209f08778" providerId="LiveId" clId="{F9CED7AB-074C-4771-AC9B-578B16F0A07C}" dt="2025-11-04T06:42:58.480" v="4678" actId="478"/>
          <ac:spMkLst>
            <pc:docMk/>
            <pc:sldMk cId="3631437379" sldId="385"/>
            <ac:spMk id="39" creationId="{A016BE92-ED8D-BE49-A9FD-234A67A05A99}"/>
          </ac:spMkLst>
        </pc:spChg>
        <pc:spChg chg="mod">
          <ac:chgData name="Sudheendra Herkal" userId="f3c620e209f08778" providerId="LiveId" clId="{F9CED7AB-074C-4771-AC9B-578B16F0A07C}" dt="2025-11-04T06:42:58.480" v="4678" actId="478"/>
          <ac:spMkLst>
            <pc:docMk/>
            <pc:sldMk cId="3631437379" sldId="385"/>
            <ac:spMk id="40" creationId="{3462E2E5-607C-0341-5D5D-F1FEB6291915}"/>
          </ac:spMkLst>
        </pc:spChg>
        <pc:spChg chg="add mod">
          <ac:chgData name="Sudheendra Herkal" userId="f3c620e209f08778" providerId="LiveId" clId="{F9CED7AB-074C-4771-AC9B-578B16F0A07C}" dt="2025-11-04T06:43:25.917" v="4692" actId="14100"/>
          <ac:spMkLst>
            <pc:docMk/>
            <pc:sldMk cId="3631437379" sldId="385"/>
            <ac:spMk id="43" creationId="{27156379-1F90-7E11-3B0C-FB3A6C699159}"/>
          </ac:spMkLst>
        </pc:spChg>
        <pc:spChg chg="add mod">
          <ac:chgData name="Sudheendra Herkal" userId="f3c620e209f08778" providerId="LiveId" clId="{F9CED7AB-074C-4771-AC9B-578B16F0A07C}" dt="2025-11-04T06:44:27.633" v="4724" actId="1076"/>
          <ac:spMkLst>
            <pc:docMk/>
            <pc:sldMk cId="3631437379" sldId="385"/>
            <ac:spMk id="46" creationId="{09C87F34-D4A9-351B-31E4-CDC5CE1A891F}"/>
          </ac:spMkLst>
        </pc:spChg>
        <pc:spChg chg="add mod">
          <ac:chgData name="Sudheendra Herkal" userId="f3c620e209f08778" providerId="LiveId" clId="{F9CED7AB-074C-4771-AC9B-578B16F0A07C}" dt="2025-11-04T06:44:43.358" v="4731" actId="20577"/>
          <ac:spMkLst>
            <pc:docMk/>
            <pc:sldMk cId="3631437379" sldId="385"/>
            <ac:spMk id="49" creationId="{A44243E1-16BC-F593-AC2D-22075B69A3C5}"/>
          </ac:spMkLst>
        </pc:spChg>
        <pc:spChg chg="add mod">
          <ac:chgData name="Sudheendra Herkal" userId="f3c620e209f08778" providerId="LiveId" clId="{F9CED7AB-074C-4771-AC9B-578B16F0A07C}" dt="2025-11-04T06:44:59.862" v="4738" actId="20577"/>
          <ac:spMkLst>
            <pc:docMk/>
            <pc:sldMk cId="3631437379" sldId="385"/>
            <ac:spMk id="52" creationId="{7CB29EE8-34B5-F54C-EE5D-DDBDD41DB298}"/>
          </ac:spMkLst>
        </pc:spChg>
        <pc:spChg chg="add mod">
          <ac:chgData name="Sudheendra Herkal" userId="f3c620e209f08778" providerId="LiveId" clId="{F9CED7AB-074C-4771-AC9B-578B16F0A07C}" dt="2025-11-04T06:45:10.152" v="4742" actId="20577"/>
          <ac:spMkLst>
            <pc:docMk/>
            <pc:sldMk cId="3631437379" sldId="385"/>
            <ac:spMk id="54" creationId="{8F1ACB03-72B6-4C0E-4038-5E1BC6FA0232}"/>
          </ac:spMkLst>
        </pc:spChg>
        <pc:spChg chg="add mod">
          <ac:chgData name="Sudheendra Herkal" userId="f3c620e209f08778" providerId="LiveId" clId="{F9CED7AB-074C-4771-AC9B-578B16F0A07C}" dt="2025-11-04T06:45:32.296" v="4750" actId="1076"/>
          <ac:spMkLst>
            <pc:docMk/>
            <pc:sldMk cId="3631437379" sldId="385"/>
            <ac:spMk id="56" creationId="{E8473BE5-20B4-DD72-B167-61B231C9410C}"/>
          </ac:spMkLst>
        </pc:spChg>
        <pc:spChg chg="add mod">
          <ac:chgData name="Sudheendra Herkal" userId="f3c620e209f08778" providerId="LiveId" clId="{F9CED7AB-074C-4771-AC9B-578B16F0A07C}" dt="2025-11-04T06:45:41.362" v="4753"/>
          <ac:spMkLst>
            <pc:docMk/>
            <pc:sldMk cId="3631437379" sldId="385"/>
            <ac:spMk id="60" creationId="{1D852C86-BAED-8B4D-DF68-21113F183E0F}"/>
          </ac:spMkLst>
        </pc:spChg>
        <pc:spChg chg="add mod">
          <ac:chgData name="Sudheendra Herkal" userId="f3c620e209f08778" providerId="LiveId" clId="{F9CED7AB-074C-4771-AC9B-578B16F0A07C}" dt="2025-11-04T06:46:17.136" v="4763" actId="1076"/>
          <ac:spMkLst>
            <pc:docMk/>
            <pc:sldMk cId="3631437379" sldId="385"/>
            <ac:spMk id="62" creationId="{B814F341-91ED-E5D0-8482-C43ADB80D06A}"/>
          </ac:spMkLst>
        </pc:spChg>
        <pc:spChg chg="add mod">
          <ac:chgData name="Sudheendra Herkal" userId="f3c620e209f08778" providerId="LiveId" clId="{F9CED7AB-074C-4771-AC9B-578B16F0A07C}" dt="2025-11-04T06:46:43.679" v="4776" actId="20577"/>
          <ac:spMkLst>
            <pc:docMk/>
            <pc:sldMk cId="3631437379" sldId="385"/>
            <ac:spMk id="66" creationId="{1DB27308-689A-ED8E-C5E2-10A31AAF91FF}"/>
          </ac:spMkLst>
        </pc:spChg>
        <pc:spChg chg="add mod">
          <ac:chgData name="Sudheendra Herkal" userId="f3c620e209f08778" providerId="LiveId" clId="{F9CED7AB-074C-4771-AC9B-578B16F0A07C}" dt="2025-11-04T06:46:39.127" v="4774" actId="20577"/>
          <ac:spMkLst>
            <pc:docMk/>
            <pc:sldMk cId="3631437379" sldId="385"/>
            <ac:spMk id="70" creationId="{5EF3F0F7-9556-32DF-42E7-5F525950CEE2}"/>
          </ac:spMkLst>
        </pc:spChg>
        <pc:spChg chg="add del mod">
          <ac:chgData name="Sudheendra Herkal" userId="f3c620e209f08778" providerId="LiveId" clId="{F9CED7AB-074C-4771-AC9B-578B16F0A07C}" dt="2025-11-04T06:47:07.162" v="4784" actId="478"/>
          <ac:spMkLst>
            <pc:docMk/>
            <pc:sldMk cId="3631437379" sldId="385"/>
            <ac:spMk id="72" creationId="{5688D695-7EF0-84FD-FE94-A5FE7644D3D1}"/>
          </ac:spMkLst>
        </pc:spChg>
        <pc:spChg chg="add mod">
          <ac:chgData name="Sudheendra Herkal" userId="f3c620e209f08778" providerId="LiveId" clId="{F9CED7AB-074C-4771-AC9B-578B16F0A07C}" dt="2025-11-04T06:47:03.847" v="4783"/>
          <ac:spMkLst>
            <pc:docMk/>
            <pc:sldMk cId="3631437379" sldId="385"/>
            <ac:spMk id="73" creationId="{4D34093B-5949-761C-D080-F5AAF96BCC5B}"/>
          </ac:spMkLst>
        </pc:spChg>
        <pc:grpChg chg="add del mod">
          <ac:chgData name="Sudheendra Herkal" userId="f3c620e209f08778" providerId="LiveId" clId="{F9CED7AB-074C-4771-AC9B-578B16F0A07C}" dt="2025-11-04T06:42:58.480" v="4678" actId="478"/>
          <ac:grpSpMkLst>
            <pc:docMk/>
            <pc:sldMk cId="3631437379" sldId="385"/>
            <ac:grpSpMk id="4" creationId="{9837C8C3-92BD-B3A6-66F7-B112E097A2EA}"/>
          </ac:grpSpMkLst>
        </pc:grpChg>
        <pc:cxnChg chg="mod">
          <ac:chgData name="Sudheendra Herkal" userId="f3c620e209f08778" providerId="LiveId" clId="{F9CED7AB-074C-4771-AC9B-578B16F0A07C}" dt="2025-11-04T06:42:58.480" v="4678" actId="478"/>
          <ac:cxnSpMkLst>
            <pc:docMk/>
            <pc:sldMk cId="3631437379" sldId="385"/>
            <ac:cxnSpMk id="5" creationId="{24F21717-C198-56C3-8095-A895F745A202}"/>
          </ac:cxnSpMkLst>
        </pc:cxnChg>
        <pc:cxnChg chg="mod">
          <ac:chgData name="Sudheendra Herkal" userId="f3c620e209f08778" providerId="LiveId" clId="{F9CED7AB-074C-4771-AC9B-578B16F0A07C}" dt="2025-11-04T06:42:58.480" v="4678" actId="478"/>
          <ac:cxnSpMkLst>
            <pc:docMk/>
            <pc:sldMk cId="3631437379" sldId="385"/>
            <ac:cxnSpMk id="6" creationId="{D64273F8-DFE0-21BF-8CA7-FAA4913E0EFD}"/>
          </ac:cxnSpMkLst>
        </pc:cxnChg>
        <pc:cxnChg chg="add mod">
          <ac:chgData name="Sudheendra Herkal" userId="f3c620e209f08778" providerId="LiveId" clId="{F9CED7AB-074C-4771-AC9B-578B16F0A07C}" dt="2025-11-04T06:43:16.728" v="4683" actId="693"/>
          <ac:cxnSpMkLst>
            <pc:docMk/>
            <pc:sldMk cId="3631437379" sldId="385"/>
            <ac:cxnSpMk id="42" creationId="{8E0931F5-9FCF-82EF-D5A1-7182B83A320F}"/>
          </ac:cxnSpMkLst>
        </pc:cxnChg>
        <pc:cxnChg chg="add mod">
          <ac:chgData name="Sudheendra Herkal" userId="f3c620e209f08778" providerId="LiveId" clId="{F9CED7AB-074C-4771-AC9B-578B16F0A07C}" dt="2025-11-04T06:43:50.631" v="4697"/>
          <ac:cxnSpMkLst>
            <pc:docMk/>
            <pc:sldMk cId="3631437379" sldId="385"/>
            <ac:cxnSpMk id="45" creationId="{A6D74108-306E-B4A2-B5F6-488AD0F44C12}"/>
          </ac:cxnSpMkLst>
        </pc:cxnChg>
        <pc:cxnChg chg="add mod">
          <ac:chgData name="Sudheendra Herkal" userId="f3c620e209f08778" providerId="LiveId" clId="{F9CED7AB-074C-4771-AC9B-578B16F0A07C}" dt="2025-11-04T06:44:35.578" v="4727" actId="14100"/>
          <ac:cxnSpMkLst>
            <pc:docMk/>
            <pc:sldMk cId="3631437379" sldId="385"/>
            <ac:cxnSpMk id="47" creationId="{39040CFF-6EB0-5819-A7D1-7003F813C45C}"/>
          </ac:cxnSpMkLst>
        </pc:cxnChg>
        <pc:cxnChg chg="add mod">
          <ac:chgData name="Sudheendra Herkal" userId="f3c620e209f08778" providerId="LiveId" clId="{F9CED7AB-074C-4771-AC9B-578B16F0A07C}" dt="2025-11-04T06:44:53.073" v="4734" actId="14100"/>
          <ac:cxnSpMkLst>
            <pc:docMk/>
            <pc:sldMk cId="3631437379" sldId="385"/>
            <ac:cxnSpMk id="50" creationId="{EDA1F760-44A1-5E10-283B-45470396C0B1}"/>
          </ac:cxnSpMkLst>
        </pc:cxnChg>
        <pc:cxnChg chg="add mod">
          <ac:chgData name="Sudheendra Herkal" userId="f3c620e209f08778" providerId="LiveId" clId="{F9CED7AB-074C-4771-AC9B-578B16F0A07C}" dt="2025-11-04T06:45:06.250" v="4740" actId="1076"/>
          <ac:cxnSpMkLst>
            <pc:docMk/>
            <pc:sldMk cId="3631437379" sldId="385"/>
            <ac:cxnSpMk id="53" creationId="{243B0E4F-8E16-CA5A-B87D-B1A95E9573F5}"/>
          </ac:cxnSpMkLst>
        </pc:cxnChg>
        <pc:cxnChg chg="add mod">
          <ac:chgData name="Sudheendra Herkal" userId="f3c620e209f08778" providerId="LiveId" clId="{F9CED7AB-074C-4771-AC9B-578B16F0A07C}" dt="2025-11-04T06:45:38.521" v="4752" actId="14100"/>
          <ac:cxnSpMkLst>
            <pc:docMk/>
            <pc:sldMk cId="3631437379" sldId="385"/>
            <ac:cxnSpMk id="55" creationId="{D0124DFA-E1FD-25EF-3BB7-344A72443863}"/>
          </ac:cxnSpMkLst>
        </pc:cxnChg>
        <pc:cxnChg chg="add mod">
          <ac:chgData name="Sudheendra Herkal" userId="f3c620e209f08778" providerId="LiveId" clId="{F9CED7AB-074C-4771-AC9B-578B16F0A07C}" dt="2025-11-04T06:45:41.362" v="4753"/>
          <ac:cxnSpMkLst>
            <pc:docMk/>
            <pc:sldMk cId="3631437379" sldId="385"/>
            <ac:cxnSpMk id="59" creationId="{7A1606C0-4BD9-3D46-7605-18F35A652239}"/>
          </ac:cxnSpMkLst>
        </pc:cxnChg>
        <pc:cxnChg chg="add mod">
          <ac:chgData name="Sudheendra Herkal" userId="f3c620e209f08778" providerId="LiveId" clId="{F9CED7AB-074C-4771-AC9B-578B16F0A07C}" dt="2025-11-04T06:46:06.551" v="4759" actId="14100"/>
          <ac:cxnSpMkLst>
            <pc:docMk/>
            <pc:sldMk cId="3631437379" sldId="385"/>
            <ac:cxnSpMk id="61" creationId="{683E4A10-AB2E-411F-A1D9-ECAF573676FB}"/>
          </ac:cxnSpMkLst>
        </pc:cxnChg>
        <pc:cxnChg chg="add mod">
          <ac:chgData name="Sudheendra Herkal" userId="f3c620e209f08778" providerId="LiveId" clId="{F9CED7AB-074C-4771-AC9B-578B16F0A07C}" dt="2025-11-04T06:46:25.745" v="4767" actId="14100"/>
          <ac:cxnSpMkLst>
            <pc:docMk/>
            <pc:sldMk cId="3631437379" sldId="385"/>
            <ac:cxnSpMk id="65" creationId="{3EF9363B-4309-7498-1222-1CEDE610E0A5}"/>
          </ac:cxnSpMkLst>
        </pc:cxnChg>
        <pc:cxnChg chg="add mod">
          <ac:chgData name="Sudheendra Herkal" userId="f3c620e209f08778" providerId="LiveId" clId="{F9CED7AB-074C-4771-AC9B-578B16F0A07C}" dt="2025-11-04T06:46:30.209" v="4770" actId="14100"/>
          <ac:cxnSpMkLst>
            <pc:docMk/>
            <pc:sldMk cId="3631437379" sldId="385"/>
            <ac:cxnSpMk id="68" creationId="{F77B357D-44D2-C606-03F8-AB411113C7C4}"/>
          </ac:cxnSpMkLst>
        </pc:cxnChg>
      </pc:sldChg>
      <pc:sldChg chg="addSp delSp modSp new mod modAnim">
        <pc:chgData name="Sudheendra Herkal" userId="f3c620e209f08778" providerId="LiveId" clId="{F9CED7AB-074C-4771-AC9B-578B16F0A07C}" dt="2025-11-04T06:48:54.179" v="4942" actId="1076"/>
        <pc:sldMkLst>
          <pc:docMk/>
          <pc:sldMk cId="920265734" sldId="386"/>
        </pc:sldMkLst>
        <pc:spChg chg="mod">
          <ac:chgData name="Sudheendra Herkal" userId="f3c620e209f08778" providerId="LiveId" clId="{F9CED7AB-074C-4771-AC9B-578B16F0A07C}" dt="2025-11-04T06:48:38.153" v="4934" actId="20577"/>
          <ac:spMkLst>
            <pc:docMk/>
            <pc:sldMk cId="920265734" sldId="386"/>
            <ac:spMk id="2" creationId="{4F893EE9-C073-AACA-601B-768269492680}"/>
          </ac:spMkLst>
        </pc:spChg>
        <pc:spChg chg="del">
          <ac:chgData name="Sudheendra Herkal" userId="f3c620e209f08778" providerId="LiveId" clId="{F9CED7AB-074C-4771-AC9B-578B16F0A07C}" dt="2025-11-04T06:48:40.626" v="4935" actId="478"/>
          <ac:spMkLst>
            <pc:docMk/>
            <pc:sldMk cId="920265734" sldId="386"/>
            <ac:spMk id="3" creationId="{1D4DEAF2-FCE6-37B3-934E-57CD97F8D8AA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7" creationId="{FB85079A-D1E7-E7EB-777B-4BF72FA38925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8" creationId="{9FAD4860-2F8B-10E0-5D61-0297A34B0CD2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9" creationId="{A70049E9-0B48-C7A0-EC77-D8850BD194D0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10" creationId="{22F304B5-BF2A-6594-F5A7-32FC8A39B438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11" creationId="{88924181-6627-56C2-3882-33346DE7F8DB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12" creationId="{281D5894-9E64-BFD1-A93D-75FFE2CE0CA4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13" creationId="{795C4F2E-AF39-E10F-4D2F-F0693DB9EF3D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14" creationId="{F3274FF8-3A60-8A10-D156-C0002717FFAF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15" creationId="{3E878C8C-ED15-573C-858E-465D382DEB5E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16" creationId="{523EBFDB-23EE-04E7-0A57-596982254567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17" creationId="{F9628975-567D-BA19-D59B-BBC396EC26DE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18" creationId="{62BAC814-AB3A-7424-2601-55CDD38A092C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19" creationId="{31D5F4F6-7974-BDC1-BEA8-CA317E76DB80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20" creationId="{C5E6DE28-4EC0-460C-1EEC-72F6AB87D7F3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21" creationId="{E96E6790-B656-E95B-CFDB-9E17A5D5D9EA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22" creationId="{858F8C1B-3F63-95F5-0C7E-2A3B58BF1A0E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23" creationId="{67D52348-BC28-A211-58E8-1A35D4EAC2A9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24" creationId="{F746E32E-6DBF-6178-4624-36EF10CBA20A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25" creationId="{D8FFECCA-1823-3124-B15E-FDD559FDDA30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26" creationId="{1A781E86-91AA-004E-5154-307BE19BE635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27" creationId="{34086717-6D48-E8B7-D5C1-1A312834CC05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28" creationId="{637EC6DD-43BB-EEA9-4B9A-9F17CA99403C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29" creationId="{EBAF7878-B651-909D-E31E-3BDD72C5D03F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30" creationId="{26D9B53D-4D5D-7363-9180-89764CA5A4AC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31" creationId="{D45CE665-CCE5-FB68-6ED6-135A37F5DD75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32" creationId="{A3DBA9C4-4F17-2791-EA9D-1AC758CA90FA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33" creationId="{3862E573-6F09-26F6-2896-8D1D010558BD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34" creationId="{73BADEE3-E8B8-ACF0-6952-830BB5CEE804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35" creationId="{9F6ACC61-4E12-5F87-E2D0-211654C5F7D5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36" creationId="{C8FCFFAD-7B67-9D8E-5160-188F769928A5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37" creationId="{5DDC0C0A-075B-ADA8-144D-FA4655DDD362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38" creationId="{CAE6A07C-A984-518B-379D-D766AD04C8B0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39" creationId="{6939CD8A-825B-D4DB-B130-600A82BB8D21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40" creationId="{8555CDEB-B72D-31F9-BF23-00B1AADD8DD2}"/>
          </ac:spMkLst>
        </pc:spChg>
        <pc:grpChg chg="add mod">
          <ac:chgData name="Sudheendra Herkal" userId="f3c620e209f08778" providerId="LiveId" clId="{F9CED7AB-074C-4771-AC9B-578B16F0A07C}" dt="2025-11-04T06:48:54.179" v="4942" actId="1076"/>
          <ac:grpSpMkLst>
            <pc:docMk/>
            <pc:sldMk cId="920265734" sldId="386"/>
            <ac:grpSpMk id="4" creationId="{3403A1CF-DC96-DCBA-A624-DF953DCD32F4}"/>
          </ac:grpSpMkLst>
        </pc:grpChg>
        <pc:cxnChg chg="mod">
          <ac:chgData name="Sudheendra Herkal" userId="f3c620e209f08778" providerId="LiveId" clId="{F9CED7AB-074C-4771-AC9B-578B16F0A07C}" dt="2025-11-04T06:48:54.179" v="4942" actId="1076"/>
          <ac:cxnSpMkLst>
            <pc:docMk/>
            <pc:sldMk cId="920265734" sldId="386"/>
            <ac:cxnSpMk id="5" creationId="{5094E34E-3898-E120-D935-4A11D9A2A2FD}"/>
          </ac:cxnSpMkLst>
        </pc:cxnChg>
        <pc:cxnChg chg="mod">
          <ac:chgData name="Sudheendra Herkal" userId="f3c620e209f08778" providerId="LiveId" clId="{F9CED7AB-074C-4771-AC9B-578B16F0A07C}" dt="2025-11-04T06:48:54.179" v="4942" actId="1076"/>
          <ac:cxnSpMkLst>
            <pc:docMk/>
            <pc:sldMk cId="920265734" sldId="386"/>
            <ac:cxnSpMk id="6" creationId="{6718AFEE-F47D-2A17-06F6-F3A8DC64D2D1}"/>
          </ac:cxnSpMkLst>
        </pc:cxnChg>
        <pc:cxnChg chg="add mod">
          <ac:chgData name="Sudheendra Herkal" userId="f3c620e209f08778" providerId="LiveId" clId="{F9CED7AB-074C-4771-AC9B-578B16F0A07C}" dt="2025-11-04T06:48:54.179" v="4942" actId="1076"/>
          <ac:cxnSpMkLst>
            <pc:docMk/>
            <pc:sldMk cId="920265734" sldId="386"/>
            <ac:cxnSpMk id="41" creationId="{9837192C-D394-BD88-5CA7-DFEEEB578974}"/>
          </ac:cxnSpMkLst>
        </pc:cxnChg>
        <pc:cxnChg chg="add mod">
          <ac:chgData name="Sudheendra Herkal" userId="f3c620e209f08778" providerId="LiveId" clId="{F9CED7AB-074C-4771-AC9B-578B16F0A07C}" dt="2025-11-04T06:48:54.179" v="4942" actId="1076"/>
          <ac:cxnSpMkLst>
            <pc:docMk/>
            <pc:sldMk cId="920265734" sldId="386"/>
            <ac:cxnSpMk id="42" creationId="{EAC9CE95-89CF-CA9E-0A64-67CFF4B056F5}"/>
          </ac:cxnSpMkLst>
        </pc:cxnChg>
        <pc:cxnChg chg="add mod">
          <ac:chgData name="Sudheendra Herkal" userId="f3c620e209f08778" providerId="LiveId" clId="{F9CED7AB-074C-4771-AC9B-578B16F0A07C}" dt="2025-11-04T06:48:54.179" v="4942" actId="1076"/>
          <ac:cxnSpMkLst>
            <pc:docMk/>
            <pc:sldMk cId="920265734" sldId="386"/>
            <ac:cxnSpMk id="43" creationId="{81D49868-4440-15E6-C1B9-4709BDCC1C39}"/>
          </ac:cxnSpMkLst>
        </pc:cxnChg>
        <pc:cxnChg chg="add mod">
          <ac:chgData name="Sudheendra Herkal" userId="f3c620e209f08778" providerId="LiveId" clId="{F9CED7AB-074C-4771-AC9B-578B16F0A07C}" dt="2025-11-04T06:48:54.179" v="4942" actId="1076"/>
          <ac:cxnSpMkLst>
            <pc:docMk/>
            <pc:sldMk cId="920265734" sldId="386"/>
            <ac:cxnSpMk id="44" creationId="{34217127-12E1-9B60-98DF-DAB0AF778CA3}"/>
          </ac:cxnSpMkLst>
        </pc:cxnChg>
        <pc:cxnChg chg="add mod">
          <ac:chgData name="Sudheendra Herkal" userId="f3c620e209f08778" providerId="LiveId" clId="{F9CED7AB-074C-4771-AC9B-578B16F0A07C}" dt="2025-11-04T06:48:54.179" v="4942" actId="1076"/>
          <ac:cxnSpMkLst>
            <pc:docMk/>
            <pc:sldMk cId="920265734" sldId="386"/>
            <ac:cxnSpMk id="45" creationId="{1212FE68-77B6-9980-5CAE-5B2B879BEAB3}"/>
          </ac:cxnSpMkLst>
        </pc:cxnChg>
        <pc:cxnChg chg="add mod">
          <ac:chgData name="Sudheendra Herkal" userId="f3c620e209f08778" providerId="LiveId" clId="{F9CED7AB-074C-4771-AC9B-578B16F0A07C}" dt="2025-11-04T06:48:54.179" v="4942" actId="1076"/>
          <ac:cxnSpMkLst>
            <pc:docMk/>
            <pc:sldMk cId="920265734" sldId="386"/>
            <ac:cxnSpMk id="46" creationId="{0E6CA0F4-DC85-F669-E071-0DA21B870EDA}"/>
          </ac:cxnSpMkLst>
        </pc:cxnChg>
      </pc:sldChg>
    </pc:docChg>
  </pc:docChgLst>
  <pc:docChgLst>
    <pc:chgData name="Sudheendra Herkal" userId="f3c620e209f08778" providerId="LiveId" clId="{3FE32C9D-F3FC-490C-8C1B-32AF77656CF7}"/>
    <pc:docChg chg="undo custSel addSld delSld modSld">
      <pc:chgData name="Sudheendra Herkal" userId="f3c620e209f08778" providerId="LiveId" clId="{3FE32C9D-F3FC-490C-8C1B-32AF77656CF7}" dt="2025-10-29T05:13:03.802" v="2573" actId="1076"/>
      <pc:docMkLst>
        <pc:docMk/>
      </pc:docMkLst>
      <pc:sldChg chg="modSp mod">
        <pc:chgData name="Sudheendra Herkal" userId="f3c620e209f08778" providerId="LiveId" clId="{3FE32C9D-F3FC-490C-8C1B-32AF77656CF7}" dt="2025-10-29T04:40:27.023" v="393" actId="20577"/>
        <pc:sldMkLst>
          <pc:docMk/>
          <pc:sldMk cId="915932053" sldId="256"/>
        </pc:sldMkLst>
        <pc:spChg chg="mod">
          <ac:chgData name="Sudheendra Herkal" userId="f3c620e209f08778" providerId="LiveId" clId="{3FE32C9D-F3FC-490C-8C1B-32AF77656CF7}" dt="2025-10-29T04:40:27.023" v="393" actId="20577"/>
          <ac:spMkLst>
            <pc:docMk/>
            <pc:sldMk cId="915932053" sldId="256"/>
            <ac:spMk id="2" creationId="{7AEBE441-9013-3A7F-EB64-42A80AA1D73E}"/>
          </ac:spMkLst>
        </pc:spChg>
      </pc:sldChg>
      <pc:sldChg chg="modSp mod">
        <pc:chgData name="Sudheendra Herkal" userId="f3c620e209f08778" providerId="LiveId" clId="{3FE32C9D-F3FC-490C-8C1B-32AF77656CF7}" dt="2025-10-29T04:41:17.157" v="472" actId="20577"/>
        <pc:sldMkLst>
          <pc:docMk/>
          <pc:sldMk cId="392290644" sldId="376"/>
        </pc:sldMkLst>
        <pc:spChg chg="mod">
          <ac:chgData name="Sudheendra Herkal" userId="f3c620e209f08778" providerId="LiveId" clId="{3FE32C9D-F3FC-490C-8C1B-32AF77656CF7}" dt="2025-10-29T04:41:17.157" v="472" actId="20577"/>
          <ac:spMkLst>
            <pc:docMk/>
            <pc:sldMk cId="392290644" sldId="376"/>
            <ac:spMk id="3" creationId="{E06E232A-D1B5-150A-CC82-BE1EBAD62402}"/>
          </ac:spMkLst>
        </pc:spChg>
      </pc:sldChg>
    </pc:docChg>
  </pc:docChgLst>
  <pc:docChgLst>
    <pc:chgData name="Sudheendra Herkal" userId="f3c620e209f08778" providerId="LiveId" clId="{EDB08B13-A852-4598-A3F5-7C83E09B8ED4}"/>
    <pc:docChg chg="undo redo custSel addSld modSld">
      <pc:chgData name="Sudheendra Herkal" userId="f3c620e209f08778" providerId="LiveId" clId="{EDB08B13-A852-4598-A3F5-7C83E09B8ED4}" dt="2025-10-09T12:52:34.148" v="6875" actId="20577"/>
      <pc:docMkLst>
        <pc:docMk/>
      </pc:docMkLst>
    </pc:docChg>
  </pc:docChgLst>
  <pc:docChgLst>
    <pc:chgData name="Sudheendra Herkal" userId="f3c620e209f08778" providerId="LiveId" clId="{A57C8066-4218-48F7-8442-107EC3E4BB1D}"/>
    <pc:docChg chg="undo redo custSel addSld delSld modSld sldOrd">
      <pc:chgData name="Sudheendra Herkal" userId="f3c620e209f08778" providerId="LiveId" clId="{A57C8066-4218-48F7-8442-107EC3E4BB1D}" dt="2025-10-28T10:40:19.485" v="640"/>
      <pc:docMkLst>
        <pc:docMk/>
      </pc:docMkLst>
    </pc:docChg>
  </pc:docChgLst>
  <pc:docChgLst>
    <pc:chgData name="Sudheendra Herkal" userId="f3c620e209f08778" providerId="LiveId" clId="{3694C9B6-C086-48BB-9E5A-BA7629FDFD6E}"/>
    <pc:docChg chg="undo redo custSel addSld delSld modSld sldOrd modMainMaster">
      <pc:chgData name="Sudheendra Herkal" userId="f3c620e209f08778" providerId="LiveId" clId="{3694C9B6-C086-48BB-9E5A-BA7629FDFD6E}" dt="2025-11-05T15:47:29.851" v="17877" actId="47"/>
      <pc:docMkLst>
        <pc:docMk/>
      </pc:docMkLst>
      <pc:sldChg chg="modSp mod">
        <pc:chgData name="Sudheendra Herkal" userId="f3c620e209f08778" providerId="LiveId" clId="{3694C9B6-C086-48BB-9E5A-BA7629FDFD6E}" dt="2025-10-26T07:38:01.122" v="9927" actId="20577"/>
        <pc:sldMkLst>
          <pc:docMk/>
          <pc:sldMk cId="915932053" sldId="256"/>
        </pc:sldMkLst>
        <pc:spChg chg="mod">
          <ac:chgData name="Sudheendra Herkal" userId="f3c620e209f08778" providerId="LiveId" clId="{3694C9B6-C086-48BB-9E5A-BA7629FDFD6E}" dt="2025-10-26T07:38:01.122" v="9927" actId="20577"/>
          <ac:spMkLst>
            <pc:docMk/>
            <pc:sldMk cId="915932053" sldId="256"/>
            <ac:spMk id="2" creationId="{7AEBE441-9013-3A7F-EB64-42A80AA1D73E}"/>
          </ac:spMkLst>
        </pc:spChg>
      </pc:sldChg>
      <pc:sldChg chg="modSp new mod">
        <pc:chgData name="Sudheendra Herkal" userId="f3c620e209f08778" providerId="LiveId" clId="{3694C9B6-C086-48BB-9E5A-BA7629FDFD6E}" dt="2025-10-26T08:01:52.699" v="11072" actId="20577"/>
        <pc:sldMkLst>
          <pc:docMk/>
          <pc:sldMk cId="392290644" sldId="376"/>
        </pc:sldMkLst>
        <pc:spChg chg="mod">
          <ac:chgData name="Sudheendra Herkal" userId="f3c620e209f08778" providerId="LiveId" clId="{3694C9B6-C086-48BB-9E5A-BA7629FDFD6E}" dt="2025-10-26T07:57:19.134" v="10759" actId="20577"/>
          <ac:spMkLst>
            <pc:docMk/>
            <pc:sldMk cId="392290644" sldId="376"/>
            <ac:spMk id="2" creationId="{66E3F8D3-5C9F-B6CA-1708-C533979EC9FA}"/>
          </ac:spMkLst>
        </pc:spChg>
        <pc:spChg chg="mod">
          <ac:chgData name="Sudheendra Herkal" userId="f3c620e209f08778" providerId="LiveId" clId="{3694C9B6-C086-48BB-9E5A-BA7629FDFD6E}" dt="2025-10-26T08:01:52.699" v="11072" actId="20577"/>
          <ac:spMkLst>
            <pc:docMk/>
            <pc:sldMk cId="392290644" sldId="376"/>
            <ac:spMk id="3" creationId="{E06E232A-D1B5-150A-CC82-BE1EBAD62402}"/>
          </ac:spMkLst>
        </pc:spChg>
      </pc:sldChg>
      <pc:sldChg chg="del">
        <pc:chgData name="Sudheendra Herkal" userId="f3c620e209f08778" providerId="LiveId" clId="{3694C9B6-C086-48BB-9E5A-BA7629FDFD6E}" dt="2025-11-05T15:47:29.851" v="17877" actId="47"/>
        <pc:sldMkLst>
          <pc:docMk/>
          <pc:sldMk cId="1078411006" sldId="384"/>
        </pc:sldMkLst>
      </pc:sldChg>
      <pc:sldChg chg="modSp del mod">
        <pc:chgData name="Sudheendra Herkal" userId="f3c620e209f08778" providerId="LiveId" clId="{3694C9B6-C086-48BB-9E5A-BA7629FDFD6E}" dt="2025-11-05T15:47:29.851" v="17877" actId="47"/>
        <pc:sldMkLst>
          <pc:docMk/>
          <pc:sldMk cId="3631437379" sldId="385"/>
        </pc:sldMkLst>
        <pc:spChg chg="mod">
          <ac:chgData name="Sudheendra Herkal" userId="f3c620e209f08778" providerId="LiveId" clId="{3694C9B6-C086-48BB-9E5A-BA7629FDFD6E}" dt="2025-11-05T09:46:44.417" v="14371" actId="20577"/>
          <ac:spMkLst>
            <pc:docMk/>
            <pc:sldMk cId="3631437379" sldId="385"/>
            <ac:spMk id="3" creationId="{3C1BD532-6D2D-FA34-FCA3-A184935A5486}"/>
          </ac:spMkLst>
        </pc:spChg>
      </pc:sldChg>
      <pc:sldChg chg="addSp delSp modSp new del mod">
        <pc:chgData name="Sudheendra Herkal" userId="f3c620e209f08778" providerId="LiveId" clId="{3694C9B6-C086-48BB-9E5A-BA7629FDFD6E}" dt="2025-11-05T15:47:29.851" v="17877" actId="47"/>
        <pc:sldMkLst>
          <pc:docMk/>
          <pc:sldMk cId="880224493" sldId="387"/>
        </pc:sldMkLst>
        <pc:spChg chg="del mod">
          <ac:chgData name="Sudheendra Herkal" userId="f3c620e209f08778" providerId="LiveId" clId="{3694C9B6-C086-48BB-9E5A-BA7629FDFD6E}" dt="2025-11-05T09:47:01.090" v="14377" actId="478"/>
          <ac:spMkLst>
            <pc:docMk/>
            <pc:sldMk cId="880224493" sldId="387"/>
            <ac:spMk id="2" creationId="{21DBAFFE-B498-2FAA-2D2C-D664A876B94C}"/>
          </ac:spMkLst>
        </pc:spChg>
        <pc:spChg chg="mod">
          <ac:chgData name="Sudheendra Herkal" userId="f3c620e209f08778" providerId="LiveId" clId="{3694C9B6-C086-48BB-9E5A-BA7629FDFD6E}" dt="2025-11-05T09:53:27.781" v="15029" actId="20577"/>
          <ac:spMkLst>
            <pc:docMk/>
            <pc:sldMk cId="880224493" sldId="387"/>
            <ac:spMk id="3" creationId="{74A9BA25-B1DE-5726-9E4F-21A5610C4981}"/>
          </ac:spMkLst>
        </pc:spChg>
        <pc:spChg chg="add mod">
          <ac:chgData name="Sudheendra Herkal" userId="f3c620e209f08778" providerId="LiveId" clId="{3694C9B6-C086-48BB-9E5A-BA7629FDFD6E}" dt="2025-11-05T09:54:59.568" v="15178" actId="20577"/>
          <ac:spMkLst>
            <pc:docMk/>
            <pc:sldMk cId="880224493" sldId="387"/>
            <ac:spMk id="4" creationId="{15FFDB7D-9BC8-1548-BDCC-49BA6BAD2247}"/>
          </ac:spMkLst>
        </pc:spChg>
        <pc:spChg chg="add mod">
          <ac:chgData name="Sudheendra Herkal" userId="f3c620e209f08778" providerId="LiveId" clId="{3694C9B6-C086-48BB-9E5A-BA7629FDFD6E}" dt="2025-11-05T09:51:23.153" v="14771" actId="14100"/>
          <ac:spMkLst>
            <pc:docMk/>
            <pc:sldMk cId="880224493" sldId="387"/>
            <ac:spMk id="5" creationId="{6171D027-5FCB-4CCF-F803-AA5203C6F26B}"/>
          </ac:spMkLst>
        </pc:spChg>
        <pc:spChg chg="add mod">
          <ac:chgData name="Sudheendra Herkal" userId="f3c620e209f08778" providerId="LiveId" clId="{3694C9B6-C086-48BB-9E5A-BA7629FDFD6E}" dt="2025-11-05T10:12:36.144" v="16088" actId="164"/>
          <ac:spMkLst>
            <pc:docMk/>
            <pc:sldMk cId="880224493" sldId="387"/>
            <ac:spMk id="8" creationId="{E19A3425-ECB1-A961-9B0E-243095A6A90E}"/>
          </ac:spMkLst>
        </pc:spChg>
        <pc:grpChg chg="add mod">
          <ac:chgData name="Sudheendra Herkal" userId="f3c620e209f08778" providerId="LiveId" clId="{3694C9B6-C086-48BB-9E5A-BA7629FDFD6E}" dt="2025-11-05T10:12:36.144" v="16088" actId="164"/>
          <ac:grpSpMkLst>
            <pc:docMk/>
            <pc:sldMk cId="880224493" sldId="387"/>
            <ac:grpSpMk id="6" creationId="{304AA683-5B54-7F29-5649-F946D1292802}"/>
          </ac:grpSpMkLst>
        </pc:grpChg>
        <pc:grpChg chg="add mod">
          <ac:chgData name="Sudheendra Herkal" userId="f3c620e209f08778" providerId="LiveId" clId="{3694C9B6-C086-48BB-9E5A-BA7629FDFD6E}" dt="2025-11-05T10:12:36.144" v="16088" actId="164"/>
          <ac:grpSpMkLst>
            <pc:docMk/>
            <pc:sldMk cId="880224493" sldId="387"/>
            <ac:grpSpMk id="9" creationId="{9A384F46-307F-134D-A610-E041842C7389}"/>
          </ac:grpSpMkLst>
        </pc:grpChg>
        <pc:picChg chg="add mod">
          <ac:chgData name="Sudheendra Herkal" userId="f3c620e209f08778" providerId="LiveId" clId="{3694C9B6-C086-48BB-9E5A-BA7629FDFD6E}" dt="2025-11-05T09:51:19.749" v="14770" actId="164"/>
          <ac:picMkLst>
            <pc:docMk/>
            <pc:sldMk cId="880224493" sldId="387"/>
            <ac:picMk id="1026" creationId="{B19CA540-BDD6-15C5-D810-41CF2B6AA44E}"/>
          </ac:picMkLst>
        </pc:picChg>
      </pc:sldChg>
      <pc:sldChg chg="modSp new del mod">
        <pc:chgData name="Sudheendra Herkal" userId="f3c620e209f08778" providerId="LiveId" clId="{3694C9B6-C086-48BB-9E5A-BA7629FDFD6E}" dt="2025-11-05T15:47:29.851" v="17877" actId="47"/>
        <pc:sldMkLst>
          <pc:docMk/>
          <pc:sldMk cId="2573376721" sldId="388"/>
        </pc:sldMkLst>
        <pc:spChg chg="mod">
          <ac:chgData name="Sudheendra Herkal" userId="f3c620e209f08778" providerId="LiveId" clId="{3694C9B6-C086-48BB-9E5A-BA7629FDFD6E}" dt="2025-11-05T09:55:03.073" v="15180" actId="27636"/>
          <ac:spMkLst>
            <pc:docMk/>
            <pc:sldMk cId="2573376721" sldId="388"/>
            <ac:spMk id="2" creationId="{873C724D-2D56-5E70-B25F-074A20812E60}"/>
          </ac:spMkLst>
        </pc:spChg>
        <pc:spChg chg="mod">
          <ac:chgData name="Sudheendra Herkal" userId="f3c620e209f08778" providerId="LiveId" clId="{3694C9B6-C086-48BB-9E5A-BA7629FDFD6E}" dt="2025-11-05T09:57:26.595" v="15351" actId="20577"/>
          <ac:spMkLst>
            <pc:docMk/>
            <pc:sldMk cId="2573376721" sldId="388"/>
            <ac:spMk id="3" creationId="{A8EB030B-B43A-F0CB-3AC8-750B95C2DECF}"/>
          </ac:spMkLst>
        </pc:spChg>
      </pc:sldChg>
      <pc:sldChg chg="modSp new del mod modAnim">
        <pc:chgData name="Sudheendra Herkal" userId="f3c620e209f08778" providerId="LiveId" clId="{3694C9B6-C086-48BB-9E5A-BA7629FDFD6E}" dt="2025-11-05T15:47:29.851" v="17877" actId="47"/>
        <pc:sldMkLst>
          <pc:docMk/>
          <pc:sldMk cId="2841499251" sldId="389"/>
        </pc:sldMkLst>
        <pc:spChg chg="mod">
          <ac:chgData name="Sudheendra Herkal" userId="f3c620e209f08778" providerId="LiveId" clId="{3694C9B6-C086-48BB-9E5A-BA7629FDFD6E}" dt="2025-11-05T09:56:19.625" v="15241" actId="27636"/>
          <ac:spMkLst>
            <pc:docMk/>
            <pc:sldMk cId="2841499251" sldId="389"/>
            <ac:spMk id="2" creationId="{B2741055-FA4C-896A-7EE4-6526D6B16DDF}"/>
          </ac:spMkLst>
        </pc:spChg>
        <pc:spChg chg="mod">
          <ac:chgData name="Sudheendra Herkal" userId="f3c620e209f08778" providerId="LiveId" clId="{3694C9B6-C086-48BB-9E5A-BA7629FDFD6E}" dt="2025-11-05T10:09:16.796" v="15841" actId="20577"/>
          <ac:spMkLst>
            <pc:docMk/>
            <pc:sldMk cId="2841499251" sldId="389"/>
            <ac:spMk id="3" creationId="{B13F4F9E-60AD-23DE-D640-35C64555AF35}"/>
          </ac:spMkLst>
        </pc:spChg>
      </pc:sldChg>
      <pc:sldChg chg="modSp new del mod">
        <pc:chgData name="Sudheendra Herkal" userId="f3c620e209f08778" providerId="LiveId" clId="{3694C9B6-C086-48BB-9E5A-BA7629FDFD6E}" dt="2025-11-05T15:47:29.851" v="17877" actId="47"/>
        <pc:sldMkLst>
          <pc:docMk/>
          <pc:sldMk cId="3986059948" sldId="390"/>
        </pc:sldMkLst>
        <pc:spChg chg="mod">
          <ac:chgData name="Sudheendra Herkal" userId="f3c620e209f08778" providerId="LiveId" clId="{3694C9B6-C086-48BB-9E5A-BA7629FDFD6E}" dt="2025-11-05T10:00:00.536" v="15524"/>
          <ac:spMkLst>
            <pc:docMk/>
            <pc:sldMk cId="3986059948" sldId="390"/>
            <ac:spMk id="2" creationId="{AE07380C-EE74-24DC-A358-7548FB2B3246}"/>
          </ac:spMkLst>
        </pc:spChg>
        <pc:spChg chg="mod">
          <ac:chgData name="Sudheendra Herkal" userId="f3c620e209f08778" providerId="LiveId" clId="{3694C9B6-C086-48BB-9E5A-BA7629FDFD6E}" dt="2025-11-05T10:08:35.710" v="15773" actId="20577"/>
          <ac:spMkLst>
            <pc:docMk/>
            <pc:sldMk cId="3986059948" sldId="390"/>
            <ac:spMk id="3" creationId="{ECDE1046-4FAB-BFA2-E672-E06A9B40BB3D}"/>
          </ac:spMkLst>
        </pc:spChg>
      </pc:sldChg>
      <pc:sldChg chg="addSp modSp new del mod">
        <pc:chgData name="Sudheendra Herkal" userId="f3c620e209f08778" providerId="LiveId" clId="{3694C9B6-C086-48BB-9E5A-BA7629FDFD6E}" dt="2025-11-05T15:47:29.851" v="17877" actId="47"/>
        <pc:sldMkLst>
          <pc:docMk/>
          <pc:sldMk cId="2738184285" sldId="391"/>
        </pc:sldMkLst>
        <pc:spChg chg="mod">
          <ac:chgData name="Sudheendra Herkal" userId="f3c620e209f08778" providerId="LiveId" clId="{3694C9B6-C086-48BB-9E5A-BA7629FDFD6E}" dt="2025-11-05T10:10:03.749" v="15866" actId="20577"/>
          <ac:spMkLst>
            <pc:docMk/>
            <pc:sldMk cId="2738184285" sldId="391"/>
            <ac:spMk id="2" creationId="{266BCCE6-77B3-5F23-4494-2A4576D55B8C}"/>
          </ac:spMkLst>
        </pc:spChg>
        <pc:spChg chg="mod">
          <ac:chgData name="Sudheendra Herkal" userId="f3c620e209f08778" providerId="LiveId" clId="{3694C9B6-C086-48BB-9E5A-BA7629FDFD6E}" dt="2025-11-05T10:12:19.743" v="16084" actId="20577"/>
          <ac:spMkLst>
            <pc:docMk/>
            <pc:sldMk cId="2738184285" sldId="391"/>
            <ac:spMk id="3" creationId="{E1893C0E-6097-F4C9-6276-140644F30AE5}"/>
          </ac:spMkLst>
        </pc:spChg>
        <pc:picChg chg="add mod">
          <ac:chgData name="Sudheendra Herkal" userId="f3c620e209f08778" providerId="LiveId" clId="{3694C9B6-C086-48BB-9E5A-BA7629FDFD6E}" dt="2025-11-05T10:13:46.927" v="16089" actId="1076"/>
          <ac:picMkLst>
            <pc:docMk/>
            <pc:sldMk cId="2738184285" sldId="391"/>
            <ac:picMk id="2050" creationId="{17173F77-1221-21E3-D047-49CA1F66E3F1}"/>
          </ac:picMkLst>
        </pc:picChg>
      </pc:sldChg>
      <pc:sldChg chg="modSp new del mod">
        <pc:chgData name="Sudheendra Herkal" userId="f3c620e209f08778" providerId="LiveId" clId="{3694C9B6-C086-48BB-9E5A-BA7629FDFD6E}" dt="2025-11-05T15:47:29.851" v="17877" actId="47"/>
        <pc:sldMkLst>
          <pc:docMk/>
          <pc:sldMk cId="2705689793" sldId="392"/>
        </pc:sldMkLst>
        <pc:spChg chg="mod">
          <ac:chgData name="Sudheendra Herkal" userId="f3c620e209f08778" providerId="LiveId" clId="{3694C9B6-C086-48BB-9E5A-BA7629FDFD6E}" dt="2025-11-05T10:13:51.929" v="16101" actId="20577"/>
          <ac:spMkLst>
            <pc:docMk/>
            <pc:sldMk cId="2705689793" sldId="392"/>
            <ac:spMk id="2" creationId="{1FE4EE3A-9EF4-6C5A-BE2E-95A48B4D8B3A}"/>
          </ac:spMkLst>
        </pc:spChg>
        <pc:spChg chg="mod">
          <ac:chgData name="Sudheendra Herkal" userId="f3c620e209f08778" providerId="LiveId" clId="{3694C9B6-C086-48BB-9E5A-BA7629FDFD6E}" dt="2025-11-05T10:17:24.058" v="16451" actId="20577"/>
          <ac:spMkLst>
            <pc:docMk/>
            <pc:sldMk cId="2705689793" sldId="392"/>
            <ac:spMk id="3" creationId="{B5BD1AD1-CD82-9C4E-BE5B-58CC1AF96168}"/>
          </ac:spMkLst>
        </pc:spChg>
      </pc:sldChg>
      <pc:sldChg chg="addSp delSp modSp new del mod">
        <pc:chgData name="Sudheendra Herkal" userId="f3c620e209f08778" providerId="LiveId" clId="{3694C9B6-C086-48BB-9E5A-BA7629FDFD6E}" dt="2025-11-05T15:47:29.851" v="17877" actId="47"/>
        <pc:sldMkLst>
          <pc:docMk/>
          <pc:sldMk cId="2162777581" sldId="393"/>
        </pc:sldMkLst>
        <pc:spChg chg="mod">
          <ac:chgData name="Sudheendra Herkal" userId="f3c620e209f08778" providerId="LiveId" clId="{3694C9B6-C086-48BB-9E5A-BA7629FDFD6E}" dt="2025-11-05T10:17:28.692" v="16463" actId="20577"/>
          <ac:spMkLst>
            <pc:docMk/>
            <pc:sldMk cId="2162777581" sldId="393"/>
            <ac:spMk id="2" creationId="{8AD4C398-FB39-5A5A-97C9-2D493004E23E}"/>
          </ac:spMkLst>
        </pc:spChg>
        <pc:spChg chg="add del">
          <ac:chgData name="Sudheendra Herkal" userId="f3c620e209f08778" providerId="LiveId" clId="{3694C9B6-C086-48BB-9E5A-BA7629FDFD6E}" dt="2025-11-05T10:17:38.852" v="16466" actId="478"/>
          <ac:spMkLst>
            <pc:docMk/>
            <pc:sldMk cId="2162777581" sldId="393"/>
            <ac:spMk id="3" creationId="{B212C1D6-4082-9F7C-4ECF-C8DAA2F68AA7}"/>
          </ac:spMkLst>
        </pc:spChg>
        <pc:spChg chg="add mod">
          <ac:chgData name="Sudheendra Herkal" userId="f3c620e209f08778" providerId="LiveId" clId="{3694C9B6-C086-48BB-9E5A-BA7629FDFD6E}" dt="2025-11-05T10:17:34.376" v="16465"/>
          <ac:spMkLst>
            <pc:docMk/>
            <pc:sldMk cId="2162777581" sldId="393"/>
            <ac:spMk id="4" creationId="{76DF0D72-F8B2-CEBD-69B4-10C218D62259}"/>
          </ac:spMkLst>
        </pc:spChg>
        <pc:spChg chg="add">
          <ac:chgData name="Sudheendra Herkal" userId="f3c620e209f08778" providerId="LiveId" clId="{3694C9B6-C086-48BB-9E5A-BA7629FDFD6E}" dt="2025-11-05T10:17:39.277" v="16467"/>
          <ac:spMkLst>
            <pc:docMk/>
            <pc:sldMk cId="2162777581" sldId="393"/>
            <ac:spMk id="5" creationId="{BC91A285-AFB6-84EE-FB5D-2FFF32CBAE06}"/>
          </ac:spMkLst>
        </pc:spChg>
        <pc:spChg chg="add mod">
          <ac:chgData name="Sudheendra Herkal" userId="f3c620e209f08778" providerId="LiveId" clId="{3694C9B6-C086-48BB-9E5A-BA7629FDFD6E}" dt="2025-11-05T10:29:03.282" v="17019" actId="1076"/>
          <ac:spMkLst>
            <pc:docMk/>
            <pc:sldMk cId="2162777581" sldId="393"/>
            <ac:spMk id="7" creationId="{7F67DAC9-7370-FE8E-C099-F5F2410D3C70}"/>
          </ac:spMkLst>
        </pc:spChg>
        <pc:spChg chg="add del mod">
          <ac:chgData name="Sudheendra Herkal" userId="f3c620e209f08778" providerId="LiveId" clId="{3694C9B6-C086-48BB-9E5A-BA7629FDFD6E}" dt="2025-11-05T10:29:09.872" v="17021" actId="478"/>
          <ac:spMkLst>
            <pc:docMk/>
            <pc:sldMk cId="2162777581" sldId="393"/>
            <ac:spMk id="8" creationId="{78E33242-4881-D8EA-50B3-D88B9958889F}"/>
          </ac:spMkLst>
        </pc:spChg>
        <pc:spChg chg="add del mod">
          <ac:chgData name="Sudheendra Herkal" userId="f3c620e209f08778" providerId="LiveId" clId="{3694C9B6-C086-48BB-9E5A-BA7629FDFD6E}" dt="2025-11-05T10:29:13.896" v="17022" actId="478"/>
          <ac:spMkLst>
            <pc:docMk/>
            <pc:sldMk cId="2162777581" sldId="393"/>
            <ac:spMk id="9" creationId="{7BCBF1A2-5A68-D607-7A45-46067F84CA49}"/>
          </ac:spMkLst>
        </pc:spChg>
        <pc:spChg chg="add mod">
          <ac:chgData name="Sudheendra Herkal" userId="f3c620e209f08778" providerId="LiveId" clId="{3694C9B6-C086-48BB-9E5A-BA7629FDFD6E}" dt="2025-11-05T10:28:56.017" v="17018" actId="1076"/>
          <ac:spMkLst>
            <pc:docMk/>
            <pc:sldMk cId="2162777581" sldId="393"/>
            <ac:spMk id="10" creationId="{0F77578A-14C6-95FA-F21F-054CB5A36D3D}"/>
          </ac:spMkLst>
        </pc:spChg>
        <pc:spChg chg="add del mod">
          <ac:chgData name="Sudheendra Herkal" userId="f3c620e209f08778" providerId="LiveId" clId="{3694C9B6-C086-48BB-9E5A-BA7629FDFD6E}" dt="2025-11-05T10:29:07.220" v="17020" actId="478"/>
          <ac:spMkLst>
            <pc:docMk/>
            <pc:sldMk cId="2162777581" sldId="393"/>
            <ac:spMk id="11" creationId="{792B78EF-C971-E441-13F8-63D9F5455AD5}"/>
          </ac:spMkLst>
        </pc:spChg>
        <pc:spChg chg="add del mod">
          <ac:chgData name="Sudheendra Herkal" userId="f3c620e209f08778" providerId="LiveId" clId="{3694C9B6-C086-48BB-9E5A-BA7629FDFD6E}" dt="2025-11-05T10:29:18.043" v="17023" actId="478"/>
          <ac:spMkLst>
            <pc:docMk/>
            <pc:sldMk cId="2162777581" sldId="393"/>
            <ac:spMk id="12" creationId="{B2E00C7E-C2F5-34D4-5431-39E2FE3F820F}"/>
          </ac:spMkLst>
        </pc:spChg>
        <pc:spChg chg="add mod">
          <ac:chgData name="Sudheendra Herkal" userId="f3c620e209f08778" providerId="LiveId" clId="{3694C9B6-C086-48BB-9E5A-BA7629FDFD6E}" dt="2025-11-05T14:43:08.996" v="17538" actId="1076"/>
          <ac:spMkLst>
            <pc:docMk/>
            <pc:sldMk cId="2162777581" sldId="393"/>
            <ac:spMk id="14" creationId="{89D46B84-2DAF-D8A1-7B1D-58E49BD4C77E}"/>
          </ac:spMkLst>
        </pc:spChg>
        <pc:spChg chg="add mod">
          <ac:chgData name="Sudheendra Herkal" userId="f3c620e209f08778" providerId="LiveId" clId="{3694C9B6-C086-48BB-9E5A-BA7629FDFD6E}" dt="2025-11-05T14:43:08.996" v="17538" actId="1076"/>
          <ac:spMkLst>
            <pc:docMk/>
            <pc:sldMk cId="2162777581" sldId="393"/>
            <ac:spMk id="15" creationId="{079C4787-7A9E-C3D1-A4D0-A418E34BA58A}"/>
          </ac:spMkLst>
        </pc:spChg>
        <pc:spChg chg="add mod">
          <ac:chgData name="Sudheendra Herkal" userId="f3c620e209f08778" providerId="LiveId" clId="{3694C9B6-C086-48BB-9E5A-BA7629FDFD6E}" dt="2025-11-05T14:43:08.996" v="17538" actId="1076"/>
          <ac:spMkLst>
            <pc:docMk/>
            <pc:sldMk cId="2162777581" sldId="393"/>
            <ac:spMk id="16" creationId="{70AFFFC4-4A5B-9047-87D1-22232A815205}"/>
          </ac:spMkLst>
        </pc:spChg>
        <pc:spChg chg="add mod">
          <ac:chgData name="Sudheendra Herkal" userId="f3c620e209f08778" providerId="LiveId" clId="{3694C9B6-C086-48BB-9E5A-BA7629FDFD6E}" dt="2025-11-05T14:43:08.996" v="17538" actId="1076"/>
          <ac:spMkLst>
            <pc:docMk/>
            <pc:sldMk cId="2162777581" sldId="393"/>
            <ac:spMk id="17" creationId="{5F2414D0-8EFC-51FF-27FF-F57A035E15D4}"/>
          </ac:spMkLst>
        </pc:spChg>
        <pc:spChg chg="add mod">
          <ac:chgData name="Sudheendra Herkal" userId="f3c620e209f08778" providerId="LiveId" clId="{3694C9B6-C086-48BB-9E5A-BA7629FDFD6E}" dt="2025-11-05T14:43:08.996" v="17538" actId="1076"/>
          <ac:spMkLst>
            <pc:docMk/>
            <pc:sldMk cId="2162777581" sldId="393"/>
            <ac:spMk id="18" creationId="{DCA3F40C-40C2-2571-8426-4BFB97F9D843}"/>
          </ac:spMkLst>
        </pc:spChg>
        <pc:spChg chg="add mod">
          <ac:chgData name="Sudheendra Herkal" userId="f3c620e209f08778" providerId="LiveId" clId="{3694C9B6-C086-48BB-9E5A-BA7629FDFD6E}" dt="2025-11-05T14:43:08.996" v="17538" actId="1076"/>
          <ac:spMkLst>
            <pc:docMk/>
            <pc:sldMk cId="2162777581" sldId="393"/>
            <ac:spMk id="19" creationId="{03BD838B-4DC1-5D1F-DF0C-B0524FC6C87B}"/>
          </ac:spMkLst>
        </pc:spChg>
        <pc:spChg chg="add mod">
          <ac:chgData name="Sudheendra Herkal" userId="f3c620e209f08778" providerId="LiveId" clId="{3694C9B6-C086-48BB-9E5A-BA7629FDFD6E}" dt="2025-11-05T10:23:52.536" v="16990" actId="1076"/>
          <ac:spMkLst>
            <pc:docMk/>
            <pc:sldMk cId="2162777581" sldId="393"/>
            <ac:spMk id="20" creationId="{8DFF7EA8-2F90-526F-C3AB-23BF5A8B7FC7}"/>
          </ac:spMkLst>
        </pc:spChg>
        <pc:spChg chg="add">
          <ac:chgData name="Sudheendra Herkal" userId="f3c620e209f08778" providerId="LiveId" clId="{3694C9B6-C086-48BB-9E5A-BA7629FDFD6E}" dt="2025-11-05T10:28:23.587" v="17009"/>
          <ac:spMkLst>
            <pc:docMk/>
            <pc:sldMk cId="2162777581" sldId="393"/>
            <ac:spMk id="21" creationId="{D1F9339A-96C1-4F8D-4845-485D404F7183}"/>
          </ac:spMkLst>
        </pc:spChg>
        <pc:spChg chg="add del mod">
          <ac:chgData name="Sudheendra Herkal" userId="f3c620e209f08778" providerId="LiveId" clId="{3694C9B6-C086-48BB-9E5A-BA7629FDFD6E}" dt="2025-11-05T10:28:47.320" v="17015" actId="478"/>
          <ac:spMkLst>
            <pc:docMk/>
            <pc:sldMk cId="2162777581" sldId="393"/>
            <ac:spMk id="23" creationId="{3068F86B-D48F-39D0-FDFA-35A13CEB2F93}"/>
          </ac:spMkLst>
        </pc:spChg>
        <pc:spChg chg="add mod">
          <ac:chgData name="Sudheendra Herkal" userId="f3c620e209f08778" providerId="LiveId" clId="{3694C9B6-C086-48BB-9E5A-BA7629FDFD6E}" dt="2025-11-05T10:29:46.218" v="17030" actId="164"/>
          <ac:spMkLst>
            <pc:docMk/>
            <pc:sldMk cId="2162777581" sldId="393"/>
            <ac:spMk id="24" creationId="{5F209464-E729-E4BD-9020-9563FB3A601B}"/>
          </ac:spMkLst>
        </pc:spChg>
        <pc:spChg chg="add mod">
          <ac:chgData name="Sudheendra Herkal" userId="f3c620e209f08778" providerId="LiveId" clId="{3694C9B6-C086-48BB-9E5A-BA7629FDFD6E}" dt="2025-11-05T10:29:46.218" v="17030" actId="164"/>
          <ac:spMkLst>
            <pc:docMk/>
            <pc:sldMk cId="2162777581" sldId="393"/>
            <ac:spMk id="25" creationId="{0FBC1F16-6055-648E-0A75-44D046F19B08}"/>
          </ac:spMkLst>
        </pc:spChg>
        <pc:spChg chg="add mod">
          <ac:chgData name="Sudheendra Herkal" userId="f3c620e209f08778" providerId="LiveId" clId="{3694C9B6-C086-48BB-9E5A-BA7629FDFD6E}" dt="2025-11-05T10:29:46.218" v="17030" actId="164"/>
          <ac:spMkLst>
            <pc:docMk/>
            <pc:sldMk cId="2162777581" sldId="393"/>
            <ac:spMk id="26" creationId="{83A27A06-A7A0-08F0-556D-96D2F4EFC9CF}"/>
          </ac:spMkLst>
        </pc:spChg>
        <pc:spChg chg="add mod">
          <ac:chgData name="Sudheendra Herkal" userId="f3c620e209f08778" providerId="LiveId" clId="{3694C9B6-C086-48BB-9E5A-BA7629FDFD6E}" dt="2025-11-05T10:29:46.218" v="17030" actId="164"/>
          <ac:spMkLst>
            <pc:docMk/>
            <pc:sldMk cId="2162777581" sldId="393"/>
            <ac:spMk id="27" creationId="{15AAD399-2FD2-CFF4-5362-684B571719C6}"/>
          </ac:spMkLst>
        </pc:spChg>
        <pc:grpChg chg="add mod">
          <ac:chgData name="Sudheendra Herkal" userId="f3c620e209f08778" providerId="LiveId" clId="{3694C9B6-C086-48BB-9E5A-BA7629FDFD6E}" dt="2025-11-05T10:29:46.218" v="17030" actId="164"/>
          <ac:grpSpMkLst>
            <pc:docMk/>
            <pc:sldMk cId="2162777581" sldId="393"/>
            <ac:grpSpMk id="13" creationId="{9DEA6FBD-236F-C58F-04D6-064614EE8C75}"/>
          </ac:grpSpMkLst>
        </pc:grpChg>
        <pc:grpChg chg="add mod">
          <ac:chgData name="Sudheendra Herkal" userId="f3c620e209f08778" providerId="LiveId" clId="{3694C9B6-C086-48BB-9E5A-BA7629FDFD6E}" dt="2025-11-05T14:43:02.391" v="17537" actId="1076"/>
          <ac:grpSpMkLst>
            <pc:docMk/>
            <pc:sldMk cId="2162777581" sldId="393"/>
            <ac:grpSpMk id="28" creationId="{759B11C6-B621-3DDC-5B5A-CC0F169F9452}"/>
          </ac:grpSpMkLst>
        </pc:grpChg>
        <pc:picChg chg="add del mod modCrop">
          <ac:chgData name="Sudheendra Herkal" userId="f3c620e209f08778" providerId="LiveId" clId="{3694C9B6-C086-48BB-9E5A-BA7629FDFD6E}" dt="2025-11-05T10:28:22.721" v="17008" actId="478"/>
          <ac:picMkLst>
            <pc:docMk/>
            <pc:sldMk cId="2162777581" sldId="393"/>
            <ac:picMk id="6" creationId="{6D13145D-1BEC-0D8E-ACBA-3A4E2EB4BEB0}"/>
          </ac:picMkLst>
        </pc:picChg>
        <pc:picChg chg="add mod ord modCrop">
          <ac:chgData name="Sudheendra Herkal" userId="f3c620e209f08778" providerId="LiveId" clId="{3694C9B6-C086-48BB-9E5A-BA7629FDFD6E}" dt="2025-11-05T10:29:46.218" v="17030" actId="164"/>
          <ac:picMkLst>
            <pc:docMk/>
            <pc:sldMk cId="2162777581" sldId="393"/>
            <ac:picMk id="22" creationId="{D5A6B216-F3E9-70A9-8FAF-D671E1A71D9A}"/>
          </ac:picMkLst>
        </pc:picChg>
      </pc:sldChg>
      <pc:sldChg chg="addSp delSp modSp new del mod">
        <pc:chgData name="Sudheendra Herkal" userId="f3c620e209f08778" providerId="LiveId" clId="{3694C9B6-C086-48BB-9E5A-BA7629FDFD6E}" dt="2025-11-05T15:47:29.851" v="17877" actId="47"/>
        <pc:sldMkLst>
          <pc:docMk/>
          <pc:sldMk cId="1899422595" sldId="394"/>
        </pc:sldMkLst>
        <pc:spChg chg="mod">
          <ac:chgData name="Sudheendra Herkal" userId="f3c620e209f08778" providerId="LiveId" clId="{3694C9B6-C086-48BB-9E5A-BA7629FDFD6E}" dt="2025-11-05T10:23:58.564" v="17007" actId="5793"/>
          <ac:spMkLst>
            <pc:docMk/>
            <pc:sldMk cId="1899422595" sldId="394"/>
            <ac:spMk id="2" creationId="{47C50DAF-B444-857C-4556-434E90D68DD4}"/>
          </ac:spMkLst>
        </pc:spChg>
        <pc:spChg chg="mod">
          <ac:chgData name="Sudheendra Herkal" userId="f3c620e209f08778" providerId="LiveId" clId="{3694C9B6-C086-48BB-9E5A-BA7629FDFD6E}" dt="2025-11-05T14:39:50.753" v="17487" actId="27636"/>
          <ac:spMkLst>
            <pc:docMk/>
            <pc:sldMk cId="1899422595" sldId="394"/>
            <ac:spMk id="3" creationId="{5EDD8E0B-17E5-1584-5683-3EDF6D68F5C5}"/>
          </ac:spMkLst>
        </pc:spChg>
        <pc:graphicFrameChg chg="add del mod">
          <ac:chgData name="Sudheendra Herkal" userId="f3c620e209f08778" providerId="LiveId" clId="{3694C9B6-C086-48BB-9E5A-BA7629FDFD6E}" dt="2025-11-05T14:36:34.341" v="17396" actId="478"/>
          <ac:graphicFrameMkLst>
            <pc:docMk/>
            <pc:sldMk cId="1899422595" sldId="394"/>
            <ac:graphicFrameMk id="4" creationId="{2C6031E6-8A7A-0454-464C-BA586D161A3F}"/>
          </ac:graphicFrameMkLst>
        </pc:graphicFrameChg>
        <pc:graphicFrameChg chg="add mod modGraphic">
          <ac:chgData name="Sudheendra Herkal" userId="f3c620e209f08778" providerId="LiveId" clId="{3694C9B6-C086-48BB-9E5A-BA7629FDFD6E}" dt="2025-11-05T14:50:23.685" v="17876" actId="207"/>
          <ac:graphicFrameMkLst>
            <pc:docMk/>
            <pc:sldMk cId="1899422595" sldId="394"/>
            <ac:graphicFrameMk id="5" creationId="{97B79F13-9E77-D0A7-6D72-EC955695DA33}"/>
          </ac:graphicFrameMkLst>
        </pc:graphicFrameChg>
      </pc:sldChg>
      <pc:sldChg chg="addSp modSp new del mod ord">
        <pc:chgData name="Sudheendra Herkal" userId="f3c620e209f08778" providerId="LiveId" clId="{3694C9B6-C086-48BB-9E5A-BA7629FDFD6E}" dt="2025-11-05T15:47:29.851" v="17877" actId="47"/>
        <pc:sldMkLst>
          <pc:docMk/>
          <pc:sldMk cId="220466752" sldId="395"/>
        </pc:sldMkLst>
        <pc:spChg chg="mod">
          <ac:chgData name="Sudheendra Herkal" userId="f3c620e209f08778" providerId="LiveId" clId="{3694C9B6-C086-48BB-9E5A-BA7629FDFD6E}" dt="2025-11-05T14:43:20.932" v="17575" actId="20577"/>
          <ac:spMkLst>
            <pc:docMk/>
            <pc:sldMk cId="220466752" sldId="395"/>
            <ac:spMk id="2" creationId="{86098893-8FDA-194D-AACD-E0135BF5EBD1}"/>
          </ac:spMkLst>
        </pc:spChg>
        <pc:spChg chg="mod">
          <ac:chgData name="Sudheendra Herkal" userId="f3c620e209f08778" providerId="LiveId" clId="{3694C9B6-C086-48BB-9E5A-BA7629FDFD6E}" dt="2025-11-05T14:49:34.938" v="17874" actId="20577"/>
          <ac:spMkLst>
            <pc:docMk/>
            <pc:sldMk cId="220466752" sldId="395"/>
            <ac:spMk id="3" creationId="{CBB18D08-07A3-4C19-CC84-C0C1B5A863ED}"/>
          </ac:spMkLst>
        </pc:spChg>
        <pc:picChg chg="add mod">
          <ac:chgData name="Sudheendra Herkal" userId="f3c620e209f08778" providerId="LiveId" clId="{3694C9B6-C086-48BB-9E5A-BA7629FDFD6E}" dt="2025-11-05T14:49:19.675" v="17859" actId="1076"/>
          <ac:picMkLst>
            <pc:docMk/>
            <pc:sldMk cId="220466752" sldId="395"/>
            <ac:picMk id="5122" creationId="{937DDA24-8562-D5BB-0F1E-C097C410FE04}"/>
          </ac:picMkLst>
        </pc:picChg>
      </pc:sldChg>
      <pc:sldChg chg="new del">
        <pc:chgData name="Sudheendra Herkal" userId="f3c620e209f08778" providerId="LiveId" clId="{3694C9B6-C086-48BB-9E5A-BA7629FDFD6E}" dt="2025-11-05T14:49:37.281" v="17875" actId="47"/>
        <pc:sldMkLst>
          <pc:docMk/>
          <pc:sldMk cId="3456696922" sldId="396"/>
        </pc:sldMkLst>
      </pc:sldChg>
      <pc:sldMasterChg chg="modSldLayout">
        <pc:chgData name="Sudheendra Herkal" userId="f3c620e209f08778" providerId="LiveId" clId="{3694C9B6-C086-48BB-9E5A-BA7629FDFD6E}" dt="2025-10-16T13:32:13.897" v="5662" actId="403"/>
        <pc:sldMasterMkLst>
          <pc:docMk/>
          <pc:sldMasterMk cId="2184595991" sldId="2147483699"/>
        </pc:sldMasterMkLst>
        <pc:sldLayoutChg chg="modSp">
          <pc:chgData name="Sudheendra Herkal" userId="f3c620e209f08778" providerId="LiveId" clId="{3694C9B6-C086-48BB-9E5A-BA7629FDFD6E}" dt="2025-10-16T13:32:13.897" v="5662" actId="403"/>
          <pc:sldLayoutMkLst>
            <pc:docMk/>
            <pc:sldMasterMk cId="2184595991" sldId="2147483699"/>
            <pc:sldLayoutMk cId="3032693185" sldId="2147483695"/>
          </pc:sldLayoutMkLst>
          <pc:spChg chg="mod">
            <ac:chgData name="Sudheendra Herkal" userId="f3c620e209f08778" providerId="LiveId" clId="{3694C9B6-C086-48BB-9E5A-BA7629FDFD6E}" dt="2025-10-16T13:32:13.897" v="5662" actId="403"/>
            <ac:spMkLst>
              <pc:docMk/>
              <pc:sldMasterMk cId="2184595991" sldId="2147483699"/>
              <pc:sldLayoutMk cId="3032693185" sldId="2147483695"/>
              <ac:spMk id="3" creationId="{E0CDA8C3-9C0C-4E52-9A62-E4DB159E6B0E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790006-4F15-49C5-9342-FAA5B5B69260}" type="datetimeFigureOut">
              <a:rPr lang="en-IN" smtClean="0"/>
              <a:t>05-11-2025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479FC-F582-4B96-A98D-4C9FD49951F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955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using line fit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4479FC-F582-4B96-A98D-4C9FD49951FC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4277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05-Nov-25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633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882" y="0"/>
            <a:ext cx="10581017" cy="74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882" y="871269"/>
            <a:ext cx="10581017" cy="517584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05-Nov-25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2" descr="245-2451831_iit-madras-logo – Department of Ocean Engineering">
            <a:extLst>
              <a:ext uri="{FF2B5EF4-FFF2-40B4-BE49-F238E27FC236}">
                <a16:creationId xmlns:a16="http://schemas.microsoft.com/office/drawing/2014/main" id="{E32644BA-629A-CD46-8E1C-CEC2D0880B3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27389" y="6356350"/>
            <a:ext cx="452887" cy="474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2693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05-Nov-25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742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0"/>
            <a:ext cx="10691265" cy="7524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7911" y="1145666"/>
            <a:ext cx="5212080" cy="4816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9552" y="1138807"/>
            <a:ext cx="5212080" cy="4823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05-Nov-25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1793DA-7BEB-53E6-7883-ED7DB38473EB}"/>
              </a:ext>
            </a:extLst>
          </p:cNvPr>
          <p:cNvCxnSpPr/>
          <p:nvPr userDrawn="1"/>
        </p:nvCxnSpPr>
        <p:spPr>
          <a:xfrm>
            <a:off x="5857875" y="885825"/>
            <a:ext cx="0" cy="518160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915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05-Nov-25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346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0"/>
            <a:ext cx="10691265" cy="7159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05-Nov-25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788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05-Nov-25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948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05-Nov-25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867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05-Nov-25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879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05-Nov-25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544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05-Nov-25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350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05-Nov-25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4595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 descr="A close up of a blue and white swirl&#10;&#10;Description automatically generated">
            <a:extLst>
              <a:ext uri="{FF2B5EF4-FFF2-40B4-BE49-F238E27FC236}">
                <a16:creationId xmlns:a16="http://schemas.microsoft.com/office/drawing/2014/main" id="{6939927E-2F68-C3D7-105F-82888B4BF9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73" b="477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0"/>
            <a:ext cx="12191999" cy="13716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EBE441-9013-3A7F-EB64-42A80AA1D7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715000"/>
            <a:ext cx="10714984" cy="960120"/>
          </a:xfrm>
          <a:ln>
            <a:noFill/>
          </a:ln>
        </p:spPr>
        <p:txBody>
          <a:bodyPr anchor="ctr">
            <a:noAutofit/>
          </a:bodyPr>
          <a:lstStyle/>
          <a:p>
            <a:r>
              <a:rPr lang="en-US" sz="2800" dirty="0"/>
              <a:t>CV5100: Modelling, Uncertainty and Data for Engineers</a:t>
            </a:r>
            <a:br>
              <a:rPr lang="en-US" sz="2800" dirty="0"/>
            </a:br>
            <a:r>
              <a:rPr lang="en-US" sz="2800" dirty="0"/>
              <a:t>MODULE 3: MACHINE LEARNING, lecture 1: Introduction</a:t>
            </a:r>
            <a:endParaRPr lang="en-IN" sz="2800" dirty="0"/>
          </a:p>
        </p:txBody>
      </p:sp>
      <p:pic>
        <p:nvPicPr>
          <p:cNvPr id="5" name="Picture 2" descr="245-2451831_iit-madras-logo – Department of Ocean Engineering">
            <a:extLst>
              <a:ext uri="{FF2B5EF4-FFF2-40B4-BE49-F238E27FC236}">
                <a16:creationId xmlns:a16="http://schemas.microsoft.com/office/drawing/2014/main" id="{EDE4E1B6-2073-51C9-2C04-E2CCA4B2E4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5025" y="5715000"/>
            <a:ext cx="836935" cy="877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5932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3F8D3-5C9F-B6CA-1708-C533979EC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6E232A-D1B5-150A-CC82-BE1EBAD624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0507" y="871269"/>
                <a:ext cx="10581017" cy="517584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sz="2800" dirty="0"/>
                  <a:t>Imagine you have some data, ‘</a:t>
                </a:r>
                <a:r>
                  <a:rPr lang="en-US" sz="2800" i="1" dirty="0"/>
                  <a:t>x</a:t>
                </a:r>
                <a:r>
                  <a:rPr lang="en-US" sz="2800" dirty="0"/>
                  <a:t>’ is what you are measuring, ‘</a:t>
                </a:r>
                <a:r>
                  <a:rPr lang="en-US" sz="2800" i="1" dirty="0"/>
                  <a:t>y</a:t>
                </a:r>
                <a:r>
                  <a:rPr lang="en-US" sz="2800" dirty="0"/>
                  <a:t>’ is what you want to predict. Typically you would have N observations of ‘</a:t>
                </a:r>
                <a:r>
                  <a:rPr lang="en-US" sz="2800" i="1" dirty="0"/>
                  <a:t>y</a:t>
                </a:r>
                <a:r>
                  <a:rPr lang="en-US" sz="2800" dirty="0"/>
                  <a:t>’ and ‘</a:t>
                </a:r>
                <a:r>
                  <a:rPr lang="en-US" sz="2800" i="1" dirty="0"/>
                  <a:t>x</a:t>
                </a:r>
                <a:r>
                  <a:rPr lang="en-US" sz="2800" dirty="0"/>
                  <a:t>’</a:t>
                </a:r>
              </a:p>
              <a:p>
                <a:r>
                  <a:rPr lang="en-US" sz="2800" dirty="0"/>
                  <a:t>For instance:</a:t>
                </a:r>
              </a:p>
              <a:p>
                <a:pPr lvl="1"/>
                <a:r>
                  <a:rPr lang="en-US" sz="2400" dirty="0"/>
                  <a:t> </a:t>
                </a:r>
                <a:r>
                  <a:rPr lang="en-US" sz="2400" i="1" dirty="0"/>
                  <a:t>y</a:t>
                </a:r>
                <a:r>
                  <a:rPr lang="en-US" sz="2400" dirty="0"/>
                  <a:t> = concrete strength, </a:t>
                </a:r>
                <a:r>
                  <a:rPr lang="en-US" sz="2400" i="1" dirty="0"/>
                  <a:t>x = </a:t>
                </a:r>
                <a:r>
                  <a:rPr lang="en-US" sz="2400" dirty="0"/>
                  <a:t>cement, water-cement ratio, aggregates, fly ash, admixtures, curing time</a:t>
                </a:r>
              </a:p>
              <a:p>
                <a:pPr lvl="1"/>
                <a:r>
                  <a:rPr lang="en-US" sz="2400" i="1" dirty="0"/>
                  <a:t>y</a:t>
                </a:r>
                <a:r>
                  <a:rPr lang="en-US" sz="2400" dirty="0"/>
                  <a:t> = damage</a:t>
                </a:r>
                <a:r>
                  <a:rPr lang="en-US" sz="2400" i="1" dirty="0"/>
                  <a:t>, x </a:t>
                </a:r>
                <a:r>
                  <a:rPr lang="en-US" sz="2400" dirty="0"/>
                  <a:t>= strain, acceleration, temperature, reconnaissance pictures</a:t>
                </a:r>
              </a:p>
              <a:p>
                <a:pPr lvl="1"/>
                <a:r>
                  <a:rPr lang="en-US" sz="2400" i="1" dirty="0"/>
                  <a:t>y </a:t>
                </a:r>
                <a:r>
                  <a:rPr lang="en-US" sz="2400" dirty="0"/>
                  <a:t>= earthquake damage, </a:t>
                </a:r>
                <a:r>
                  <a:rPr lang="en-US" sz="2400" i="1" dirty="0"/>
                  <a:t>x </a:t>
                </a:r>
                <a:r>
                  <a:rPr lang="en-US" sz="2400" dirty="0"/>
                  <a:t>=location, soil type, building geometry, seismic history</a:t>
                </a:r>
              </a:p>
              <a:p>
                <a:pPr lvl="1"/>
                <a:r>
                  <a:rPr lang="en-US" sz="2400" i="1" dirty="0"/>
                  <a:t>y = </a:t>
                </a:r>
                <a:r>
                  <a:rPr lang="en-US" sz="2400" dirty="0"/>
                  <a:t>disease diagnosing, </a:t>
                </a:r>
                <a:r>
                  <a:rPr lang="en-US" sz="2400" i="1" dirty="0"/>
                  <a:t>x = </a:t>
                </a:r>
                <a:r>
                  <a:rPr lang="en-US" sz="2400" dirty="0"/>
                  <a:t>ultra-sound</a:t>
                </a:r>
                <a:r>
                  <a:rPr lang="en-US" sz="2400" i="1" dirty="0"/>
                  <a:t> </a:t>
                </a:r>
                <a:r>
                  <a:rPr lang="en-US" sz="2400" dirty="0"/>
                  <a:t>imaging, x-ray</a:t>
                </a:r>
                <a:r>
                  <a:rPr lang="en-US" sz="2400" i="1" dirty="0"/>
                  <a:t> </a:t>
                </a:r>
                <a:r>
                  <a:rPr lang="en-US" sz="2400" dirty="0"/>
                  <a:t>imaging, vitals</a:t>
                </a:r>
                <a:endParaRPr lang="en-US" sz="2400" i="1" dirty="0"/>
              </a:p>
              <a:p>
                <a:r>
                  <a:rPr lang="en-US" sz="2800" dirty="0"/>
                  <a:t>Typically, this is quite complex</a:t>
                </a:r>
              </a:p>
              <a:p>
                <a:r>
                  <a:rPr lang="en-US" sz="2800" dirty="0"/>
                  <a:t>You want to construct a model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that maps and predicts </a:t>
                </a:r>
                <a:r>
                  <a:rPr lang="en-US" sz="2800" i="1" dirty="0"/>
                  <a:t>y</a:t>
                </a:r>
                <a:r>
                  <a:rPr lang="en-US" sz="2800" dirty="0"/>
                  <a:t> given </a:t>
                </a:r>
                <a:r>
                  <a:rPr lang="en-US" sz="2800" i="1" dirty="0"/>
                  <a:t>x</a:t>
                </a:r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6E232A-D1B5-150A-CC82-BE1EBAD624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0507" y="871269"/>
                <a:ext cx="10581017" cy="5175848"/>
              </a:xfrm>
              <a:blipFill>
                <a:blip r:embed="rId2"/>
                <a:stretch>
                  <a:fillRect l="-922" t="-1178" r="-103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290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93EE9-C073-AACA-601B-768269492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 as an example</a:t>
            </a:r>
            <a:endParaRPr lang="en-I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403A1CF-DC96-DCBA-A624-DF953DCD32F4}"/>
              </a:ext>
            </a:extLst>
          </p:cNvPr>
          <p:cNvGrpSpPr/>
          <p:nvPr/>
        </p:nvGrpSpPr>
        <p:grpSpPr>
          <a:xfrm>
            <a:off x="3556735" y="1732851"/>
            <a:ext cx="5078530" cy="3678047"/>
            <a:chOff x="2266413" y="2476341"/>
            <a:chExt cx="5078530" cy="3678047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5094E34E-3898-E120-D935-4A11D9A2A2FD}"/>
                </a:ext>
              </a:extLst>
            </p:cNvPr>
            <p:cNvCxnSpPr/>
            <p:nvPr/>
          </p:nvCxnSpPr>
          <p:spPr>
            <a:xfrm flipV="1">
              <a:off x="2589087" y="2661007"/>
              <a:ext cx="0" cy="305142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6718AFEE-F47D-2A17-06F6-F3A8DC64D2D1}"/>
                </a:ext>
              </a:extLst>
            </p:cNvPr>
            <p:cNvCxnSpPr>
              <a:cxnSpLocks/>
            </p:cNvCxnSpPr>
            <p:nvPr/>
          </p:nvCxnSpPr>
          <p:spPr>
            <a:xfrm>
              <a:off x="2589087" y="5712432"/>
              <a:ext cx="4603603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B85079A-D1E7-E7EB-777B-4BF72FA38925}"/>
                </a:ext>
              </a:extLst>
            </p:cNvPr>
            <p:cNvSpPr/>
            <p:nvPr/>
          </p:nvSpPr>
          <p:spPr>
            <a:xfrm>
              <a:off x="2911762" y="5239762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FAD4860-2F8B-10E0-5D61-0297A34B0CD2}"/>
                </a:ext>
              </a:extLst>
            </p:cNvPr>
            <p:cNvSpPr/>
            <p:nvPr/>
          </p:nvSpPr>
          <p:spPr>
            <a:xfrm>
              <a:off x="3165762" y="5192565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70049E9-0B48-C7A0-EC77-D8850BD194D0}"/>
                </a:ext>
              </a:extLst>
            </p:cNvPr>
            <p:cNvSpPr/>
            <p:nvPr/>
          </p:nvSpPr>
          <p:spPr>
            <a:xfrm>
              <a:off x="3260156" y="4909033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2F304B5-BF2A-6594-F5A7-32FC8A39B438}"/>
                </a:ext>
              </a:extLst>
            </p:cNvPr>
            <p:cNvSpPr/>
            <p:nvPr/>
          </p:nvSpPr>
          <p:spPr>
            <a:xfrm>
              <a:off x="3603912" y="4878735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8924181-6627-56C2-3882-33346DE7F8DB}"/>
                </a:ext>
              </a:extLst>
            </p:cNvPr>
            <p:cNvSpPr/>
            <p:nvPr/>
          </p:nvSpPr>
          <p:spPr>
            <a:xfrm>
              <a:off x="4226212" y="4216318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81D5894-9E64-BFD1-A93D-75FFE2CE0CA4}"/>
                </a:ext>
              </a:extLst>
            </p:cNvPr>
            <p:cNvSpPr/>
            <p:nvPr/>
          </p:nvSpPr>
          <p:spPr>
            <a:xfrm>
              <a:off x="3651109" y="4496854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95C4F2E-AF39-E10F-4D2F-F0693DB9EF3D}"/>
                </a:ext>
              </a:extLst>
            </p:cNvPr>
            <p:cNvSpPr/>
            <p:nvPr/>
          </p:nvSpPr>
          <p:spPr>
            <a:xfrm>
              <a:off x="4042062" y="4544051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3274FF8-3A60-8A10-D156-C0002717FFAF}"/>
                </a:ext>
              </a:extLst>
            </p:cNvPr>
            <p:cNvSpPr/>
            <p:nvPr/>
          </p:nvSpPr>
          <p:spPr>
            <a:xfrm>
              <a:off x="4328694" y="3938012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E878C8C-ED15-573C-858E-465D382DEB5E}"/>
                </a:ext>
              </a:extLst>
            </p:cNvPr>
            <p:cNvSpPr/>
            <p:nvPr/>
          </p:nvSpPr>
          <p:spPr>
            <a:xfrm>
              <a:off x="4556412" y="4139523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23EBFDB-23EE-04E7-0A57-596982254567}"/>
                </a:ext>
              </a:extLst>
            </p:cNvPr>
            <p:cNvSpPr/>
            <p:nvPr/>
          </p:nvSpPr>
          <p:spPr>
            <a:xfrm>
              <a:off x="4650806" y="3832393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9628975-567D-BA19-D59B-BBC396EC26DE}"/>
                </a:ext>
              </a:extLst>
            </p:cNvPr>
            <p:cNvSpPr/>
            <p:nvPr/>
          </p:nvSpPr>
          <p:spPr>
            <a:xfrm>
              <a:off x="4803206" y="3984793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2BAC814-AB3A-7424-2601-55CDD38A092C}"/>
                </a:ext>
              </a:extLst>
            </p:cNvPr>
            <p:cNvSpPr/>
            <p:nvPr/>
          </p:nvSpPr>
          <p:spPr>
            <a:xfrm>
              <a:off x="4850403" y="3677663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1D5F4F6-7974-BDC1-BEA8-CA317E76DB80}"/>
                </a:ext>
              </a:extLst>
            </p:cNvPr>
            <p:cNvSpPr/>
            <p:nvPr/>
          </p:nvSpPr>
          <p:spPr>
            <a:xfrm>
              <a:off x="5076256" y="3772057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5E6DE28-4EC0-460C-1EEC-72F6AB87D7F3}"/>
                </a:ext>
              </a:extLst>
            </p:cNvPr>
            <p:cNvSpPr/>
            <p:nvPr/>
          </p:nvSpPr>
          <p:spPr>
            <a:xfrm>
              <a:off x="5123453" y="3522345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96E6790-B656-E95B-CFDB-9E17A5D5D9EA}"/>
                </a:ext>
              </a:extLst>
            </p:cNvPr>
            <p:cNvSpPr/>
            <p:nvPr/>
          </p:nvSpPr>
          <p:spPr>
            <a:xfrm>
              <a:off x="5355656" y="3616739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58F8C1B-3F63-95F5-0C7E-2A3B58BF1A0E}"/>
                </a:ext>
              </a:extLst>
            </p:cNvPr>
            <p:cNvSpPr/>
            <p:nvPr/>
          </p:nvSpPr>
          <p:spPr>
            <a:xfrm>
              <a:off x="5450050" y="3333207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7D52348-BC28-A211-58E8-1A35D4EAC2A9}"/>
                </a:ext>
              </a:extLst>
            </p:cNvPr>
            <p:cNvSpPr/>
            <p:nvPr/>
          </p:nvSpPr>
          <p:spPr>
            <a:xfrm>
              <a:off x="5692206" y="3522345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746E32E-6DBF-6178-4624-36EF10CBA20A}"/>
                </a:ext>
              </a:extLst>
            </p:cNvPr>
            <p:cNvSpPr/>
            <p:nvPr/>
          </p:nvSpPr>
          <p:spPr>
            <a:xfrm>
              <a:off x="5692206" y="3286010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8FFECCA-1823-3124-B15E-FDD559FDDA30}"/>
                </a:ext>
              </a:extLst>
            </p:cNvPr>
            <p:cNvSpPr/>
            <p:nvPr/>
          </p:nvSpPr>
          <p:spPr>
            <a:xfrm>
              <a:off x="5899614" y="3073900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A781E86-91AA-004E-5154-307BE19BE635}"/>
                </a:ext>
              </a:extLst>
            </p:cNvPr>
            <p:cNvSpPr/>
            <p:nvPr/>
          </p:nvSpPr>
          <p:spPr>
            <a:xfrm>
              <a:off x="3142412" y="4949478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4086717-6D48-E8B7-D5C1-1A312834CC05}"/>
                </a:ext>
              </a:extLst>
            </p:cNvPr>
            <p:cNvSpPr/>
            <p:nvPr/>
          </p:nvSpPr>
          <p:spPr>
            <a:xfrm>
              <a:off x="3244894" y="4671172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37EC6DD-43BB-EEA9-4B9A-9F17CA99403C}"/>
                </a:ext>
              </a:extLst>
            </p:cNvPr>
            <p:cNvSpPr/>
            <p:nvPr/>
          </p:nvSpPr>
          <p:spPr>
            <a:xfrm>
              <a:off x="3472612" y="4872683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EBAF7878-B651-909D-E31E-3BDD72C5D03F}"/>
                </a:ext>
              </a:extLst>
            </p:cNvPr>
            <p:cNvSpPr/>
            <p:nvPr/>
          </p:nvSpPr>
          <p:spPr>
            <a:xfrm>
              <a:off x="3567006" y="4565553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26D9B53D-4D5D-7363-9180-89764CA5A4AC}"/>
                </a:ext>
              </a:extLst>
            </p:cNvPr>
            <p:cNvSpPr/>
            <p:nvPr/>
          </p:nvSpPr>
          <p:spPr>
            <a:xfrm>
              <a:off x="3719406" y="4717953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D45CE665-CCE5-FB68-6ED6-135A37F5DD75}"/>
                </a:ext>
              </a:extLst>
            </p:cNvPr>
            <p:cNvSpPr/>
            <p:nvPr/>
          </p:nvSpPr>
          <p:spPr>
            <a:xfrm>
              <a:off x="3766603" y="4410823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3DBA9C4-4F17-2791-EA9D-1AC758CA90FA}"/>
                </a:ext>
              </a:extLst>
            </p:cNvPr>
            <p:cNvSpPr/>
            <p:nvPr/>
          </p:nvSpPr>
          <p:spPr>
            <a:xfrm>
              <a:off x="3992456" y="4505217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3862E573-6F09-26F6-2896-8D1D010558BD}"/>
                </a:ext>
              </a:extLst>
            </p:cNvPr>
            <p:cNvSpPr/>
            <p:nvPr/>
          </p:nvSpPr>
          <p:spPr>
            <a:xfrm>
              <a:off x="4039653" y="4255505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73BADEE3-E8B8-ACF0-6952-830BB5CEE804}"/>
                </a:ext>
              </a:extLst>
            </p:cNvPr>
            <p:cNvSpPr/>
            <p:nvPr/>
          </p:nvSpPr>
          <p:spPr>
            <a:xfrm>
              <a:off x="4271856" y="4349899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F6ACC61-4E12-5F87-E2D0-211654C5F7D5}"/>
                </a:ext>
              </a:extLst>
            </p:cNvPr>
            <p:cNvSpPr/>
            <p:nvPr/>
          </p:nvSpPr>
          <p:spPr>
            <a:xfrm>
              <a:off x="4366250" y="4066367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C8FCFFAD-7B67-9D8E-5160-188F769928A5}"/>
                </a:ext>
              </a:extLst>
            </p:cNvPr>
            <p:cNvSpPr/>
            <p:nvPr/>
          </p:nvSpPr>
          <p:spPr>
            <a:xfrm>
              <a:off x="4608406" y="4255505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5DDC0C0A-075B-ADA8-144D-FA4655DDD362}"/>
                </a:ext>
              </a:extLst>
            </p:cNvPr>
            <p:cNvSpPr/>
            <p:nvPr/>
          </p:nvSpPr>
          <p:spPr>
            <a:xfrm>
              <a:off x="4608406" y="4019170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AE6A07C-A984-518B-379D-D766AD04C8B0}"/>
                </a:ext>
              </a:extLst>
            </p:cNvPr>
            <p:cNvSpPr/>
            <p:nvPr/>
          </p:nvSpPr>
          <p:spPr>
            <a:xfrm>
              <a:off x="4815814" y="3807060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6939CD8A-825B-D4DB-B130-600A82BB8D21}"/>
                    </a:ext>
                  </a:extLst>
                </p:cNvPr>
                <p:cNvSpPr txBox="1"/>
                <p:nvPr/>
              </p:nvSpPr>
              <p:spPr>
                <a:xfrm>
                  <a:off x="2266413" y="2476341"/>
                  <a:ext cx="30450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6939CD8A-825B-D4DB-B130-600A82BB8D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6413" y="2476341"/>
                  <a:ext cx="304506" cy="369332"/>
                </a:xfrm>
                <a:prstGeom prst="rect">
                  <a:avLst/>
                </a:prstGeom>
                <a:blipFill>
                  <a:blip r:embed="rId2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8555CDEB-B72D-31F9-BF23-00B1AADD8DD2}"/>
                    </a:ext>
                  </a:extLst>
                </p:cNvPr>
                <p:cNvSpPr txBox="1"/>
                <p:nvPr/>
              </p:nvSpPr>
              <p:spPr>
                <a:xfrm>
                  <a:off x="7040437" y="5785056"/>
                  <a:ext cx="30450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8555CDEB-B72D-31F9-BF23-00B1AADD8D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0437" y="5785056"/>
                  <a:ext cx="304506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837192C-D394-BD88-5CA7-DFEEEB578974}"/>
              </a:ext>
            </a:extLst>
          </p:cNvPr>
          <p:cNvCxnSpPr/>
          <p:nvPr/>
        </p:nvCxnSpPr>
        <p:spPr>
          <a:xfrm flipV="1">
            <a:off x="3879409" y="2424804"/>
            <a:ext cx="4285572" cy="2024271"/>
          </a:xfrm>
          <a:prstGeom prst="line">
            <a:avLst/>
          </a:prstGeom>
          <a:ln w="5715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AC9CE95-89CF-CA9E-0A64-67CFF4B056F5}"/>
              </a:ext>
            </a:extLst>
          </p:cNvPr>
          <p:cNvCxnSpPr>
            <a:cxnSpLocks/>
          </p:cNvCxnSpPr>
          <p:nvPr/>
        </p:nvCxnSpPr>
        <p:spPr>
          <a:xfrm flipV="1">
            <a:off x="4156071" y="2102183"/>
            <a:ext cx="3249408" cy="2842534"/>
          </a:xfrm>
          <a:prstGeom prst="line">
            <a:avLst/>
          </a:prstGeom>
          <a:ln w="57150">
            <a:solidFill>
              <a:srgbClr val="00B0F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1D49868-4440-15E6-C1B9-4709BDCC1C39}"/>
              </a:ext>
            </a:extLst>
          </p:cNvPr>
          <p:cNvCxnSpPr>
            <a:cxnSpLocks/>
          </p:cNvCxnSpPr>
          <p:nvPr/>
        </p:nvCxnSpPr>
        <p:spPr>
          <a:xfrm flipV="1">
            <a:off x="3915725" y="2077958"/>
            <a:ext cx="4049231" cy="2760580"/>
          </a:xfrm>
          <a:prstGeom prst="line">
            <a:avLst/>
          </a:prstGeom>
          <a:ln w="57150">
            <a:solidFill>
              <a:srgbClr val="00206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4217127-12E1-9B60-98DF-DAB0AF778CA3}"/>
              </a:ext>
            </a:extLst>
          </p:cNvPr>
          <p:cNvCxnSpPr>
            <a:cxnSpLocks/>
          </p:cNvCxnSpPr>
          <p:nvPr/>
        </p:nvCxnSpPr>
        <p:spPr>
          <a:xfrm flipV="1">
            <a:off x="3922371" y="2102183"/>
            <a:ext cx="4319246" cy="2560387"/>
          </a:xfrm>
          <a:prstGeom prst="line">
            <a:avLst/>
          </a:prstGeom>
          <a:ln w="57150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212FE68-77B6-9980-5CAE-5B2B879BEAB3}"/>
              </a:ext>
            </a:extLst>
          </p:cNvPr>
          <p:cNvCxnSpPr>
            <a:cxnSpLocks/>
          </p:cNvCxnSpPr>
          <p:nvPr/>
        </p:nvCxnSpPr>
        <p:spPr>
          <a:xfrm flipV="1">
            <a:off x="4631300" y="1732851"/>
            <a:ext cx="2109072" cy="3163468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E6CA0F4-DC85-F669-E071-0DA21B870EDA}"/>
              </a:ext>
            </a:extLst>
          </p:cNvPr>
          <p:cNvCxnSpPr>
            <a:cxnSpLocks/>
          </p:cNvCxnSpPr>
          <p:nvPr/>
        </p:nvCxnSpPr>
        <p:spPr>
          <a:xfrm flipV="1">
            <a:off x="3907555" y="3431271"/>
            <a:ext cx="3746440" cy="55384"/>
          </a:xfrm>
          <a:prstGeom prst="line">
            <a:avLst/>
          </a:prstGeom>
          <a:ln w="57150">
            <a:solidFill>
              <a:srgbClr val="FFFF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265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21FC9-E5AC-A154-B5DE-0517EF46D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A4E40-3F74-1809-31E5-E3098C2AB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882" y="841076"/>
            <a:ext cx="10581017" cy="5175848"/>
          </a:xfrm>
        </p:spPr>
        <p:txBody>
          <a:bodyPr>
            <a:normAutofit/>
          </a:bodyPr>
          <a:lstStyle/>
          <a:p>
            <a:r>
              <a:rPr lang="en-US" sz="2800" dirty="0"/>
              <a:t>Two ways to approach this problem:</a:t>
            </a:r>
          </a:p>
          <a:p>
            <a:pPr lvl="1"/>
            <a:r>
              <a:rPr lang="en-IN" sz="2400" dirty="0"/>
              <a:t>You come up with the form of model, i.e. you design the “Design” Matrix based on some physics or knowledge of the system. You fit the parameters!</a:t>
            </a:r>
          </a:p>
          <a:p>
            <a:pPr lvl="2"/>
            <a:r>
              <a:rPr lang="en-IN" sz="2200" dirty="0"/>
              <a:t>Example - Least Squares, Time Series Analysis etc</a:t>
            </a:r>
          </a:p>
          <a:p>
            <a:pPr lvl="2"/>
            <a:r>
              <a:rPr lang="en-IN" sz="2200" dirty="0"/>
              <a:t>More control of parameters but less flexibility of model</a:t>
            </a:r>
          </a:p>
          <a:p>
            <a:pPr lvl="2"/>
            <a:endParaRPr lang="en-IN" sz="2200" dirty="0"/>
          </a:p>
          <a:p>
            <a:pPr lvl="1"/>
            <a:r>
              <a:rPr lang="en-IN" sz="2400" dirty="0"/>
              <a:t>You let some algorithm decide what is the form of the model, i.e. some algorithm decides the “Design” Matrix that best fits the data. </a:t>
            </a:r>
          </a:p>
          <a:p>
            <a:pPr lvl="2"/>
            <a:r>
              <a:rPr lang="en-IN" sz="2200" dirty="0"/>
              <a:t>This is machine learning</a:t>
            </a:r>
          </a:p>
          <a:p>
            <a:pPr lvl="2"/>
            <a:r>
              <a:rPr lang="en-IN" sz="2200" dirty="0"/>
              <a:t>Less control of parameters (or model for that matter) but more flexibility of model</a:t>
            </a:r>
          </a:p>
          <a:p>
            <a:pPr lvl="2"/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538658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25455-9E93-25EE-FD33-30679CBEF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JARGON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94444B-1DF0-57D9-0972-0035BC1CF2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0882" y="741872"/>
                <a:ext cx="10581017" cy="5500655"/>
              </a:xfrm>
            </p:spPr>
            <p:txBody>
              <a:bodyPr>
                <a:normAutofit/>
              </a:bodyPr>
              <a:lstStyle/>
              <a:p>
                <a:r>
                  <a:rPr lang="en-US" sz="2800" dirty="0"/>
                  <a:t>The ‘</a:t>
                </a:r>
                <a:r>
                  <a:rPr lang="en-US" sz="2800" i="1" dirty="0"/>
                  <a:t>y</a:t>
                </a:r>
                <a:r>
                  <a:rPr lang="en-US" sz="2800" dirty="0"/>
                  <a:t>’s are often called </a:t>
                </a:r>
                <a:r>
                  <a:rPr lang="en-US" sz="2800" i="1" dirty="0"/>
                  <a:t>target</a:t>
                </a:r>
              </a:p>
              <a:p>
                <a:r>
                  <a:rPr lang="en-US" sz="2800" dirty="0"/>
                  <a:t>Process of fitting a model to the data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N" sz="2800" dirty="0"/>
                  <a:t> is called training (essentially determining the parameters of the model)</a:t>
                </a:r>
              </a:p>
              <a:p>
                <a:r>
                  <a:rPr lang="en-IN" sz="2800" dirty="0"/>
                  <a:t>Typically, we partition the data. </a:t>
                </a:r>
              </a:p>
              <a:p>
                <a:pPr lvl="1"/>
                <a:r>
                  <a:rPr lang="en-IN" sz="2400" dirty="0"/>
                  <a:t>Most of it we use for </a:t>
                </a:r>
                <a:r>
                  <a:rPr lang="en-IN" sz="2400" i="1" dirty="0"/>
                  <a:t>training</a:t>
                </a:r>
                <a:r>
                  <a:rPr lang="en-IN" sz="2400" dirty="0"/>
                  <a:t> (around 70-80%). </a:t>
                </a:r>
              </a:p>
              <a:p>
                <a:pPr lvl="1"/>
                <a:r>
                  <a:rPr lang="en-IN" sz="2400" dirty="0"/>
                  <a:t>Some of it (around 10%), we set aside to see how well does the model perform once we determine the parameters. This is called </a:t>
                </a:r>
                <a:r>
                  <a:rPr lang="en-IN" sz="2400" i="1" dirty="0"/>
                  <a:t>validation. </a:t>
                </a:r>
                <a:r>
                  <a:rPr lang="en-IN" sz="2400" dirty="0"/>
                  <a:t>This is used for </a:t>
                </a:r>
                <a:r>
                  <a:rPr lang="en-IN" sz="2400" i="1" dirty="0"/>
                  <a:t>tuning</a:t>
                </a:r>
                <a:r>
                  <a:rPr lang="en-IN" sz="2400" dirty="0"/>
                  <a:t> the parameters. We will see why a little later</a:t>
                </a:r>
                <a:endParaRPr lang="en-IN" sz="2400" i="1" dirty="0"/>
              </a:p>
              <a:p>
                <a:pPr lvl="1"/>
                <a:r>
                  <a:rPr lang="en-IN" sz="2400" dirty="0"/>
                  <a:t>Finally, some of it (around 10-20%), we set aside to see how well to see how well the model performs after </a:t>
                </a:r>
                <a:r>
                  <a:rPr lang="en-IN" sz="2400" i="1" dirty="0"/>
                  <a:t>training</a:t>
                </a:r>
                <a:r>
                  <a:rPr lang="en-IN" sz="2400" dirty="0"/>
                  <a:t> and </a:t>
                </a:r>
                <a:r>
                  <a:rPr lang="en-IN" sz="2400" i="1" dirty="0"/>
                  <a:t>tuning</a:t>
                </a:r>
                <a:r>
                  <a:rPr lang="en-IN" sz="2400" dirty="0"/>
                  <a:t>. This is called </a:t>
                </a:r>
                <a:r>
                  <a:rPr lang="en-IN" sz="2400" i="1" dirty="0"/>
                  <a:t>testing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94444B-1DF0-57D9-0972-0035BC1CF2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0882" y="741872"/>
                <a:ext cx="10581017" cy="5500655"/>
              </a:xfrm>
              <a:blipFill>
                <a:blip r:embed="rId3"/>
                <a:stretch>
                  <a:fillRect l="-1037" t="-998" r="-8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3023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64F0B-2442-AAD3-C4B6-78A7AD3A9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JARGON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C96D52-26F7-8B96-67A9-0C7D716CEB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sz="2800" dirty="0"/>
                  <a:t>We typically use some algorithm to carry out </a:t>
                </a:r>
                <a:r>
                  <a:rPr lang="en-IN" sz="2800" i="1" dirty="0"/>
                  <a:t>training</a:t>
                </a:r>
                <a:r>
                  <a:rPr lang="en-IN" sz="2800" dirty="0"/>
                  <a:t> process. This algorithm tries to optimize </a:t>
                </a:r>
                <a:r>
                  <a:rPr lang="en-IN" sz="2800" i="1" dirty="0"/>
                  <a:t>loss </a:t>
                </a:r>
                <a:r>
                  <a:rPr lang="en-IN" sz="2800" dirty="0"/>
                  <a:t>by tweaking model parameters</a:t>
                </a:r>
              </a:p>
              <a:p>
                <a:r>
                  <a:rPr lang="en-IN" sz="2800" dirty="0"/>
                  <a:t>The training algorithm itself will some times have some parameters. These are called </a:t>
                </a:r>
                <a:r>
                  <a:rPr lang="en-IN" sz="2800" i="1" dirty="0"/>
                  <a:t>hyperparameters</a:t>
                </a:r>
                <a:endParaRPr lang="en-US" sz="2800" dirty="0"/>
              </a:p>
              <a:p>
                <a:r>
                  <a:rPr lang="en-US" sz="2800" dirty="0"/>
                  <a:t>During training, if we are specifying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N" sz="2800" dirty="0"/>
                  <a:t> and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N" sz="2800" dirty="0"/>
                  <a:t> and we want the model to find the mapping, it is called </a:t>
                </a:r>
                <a:r>
                  <a:rPr lang="en-IN" sz="2800" i="1" dirty="0"/>
                  <a:t>supervised learning</a:t>
                </a:r>
              </a:p>
              <a:p>
                <a:r>
                  <a:rPr lang="en-IN" sz="2800" dirty="0"/>
                  <a:t>During training, if we are specifying only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N" sz="2800" dirty="0"/>
                  <a:t> and we want the model to figure out why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N" sz="2800" dirty="0"/>
                  <a:t> should be, it is called </a:t>
                </a:r>
                <a:r>
                  <a:rPr lang="en-IN" sz="2800" i="1" dirty="0"/>
                  <a:t>unsupervised learning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C96D52-26F7-8B96-67A9-0C7D716CEB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37" t="-1060" r="-13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2473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41CD1-4696-14C2-143C-C2226BCAD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Types of machine learning problems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2FD7AF-CA3E-710E-4C01-DC651047C6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0882" y="871269"/>
                <a:ext cx="4570743" cy="517584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Regression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Continuous/Discrete variable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→</m:t>
                    </m:r>
                  </m:oMath>
                </a14:m>
                <a:r>
                  <a:rPr lang="en-US" dirty="0"/>
                  <a:t> Continuous variable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We are trying to find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2FD7AF-CA3E-710E-4C01-DC651047C6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0882" y="871269"/>
                <a:ext cx="4570743" cy="5175848"/>
              </a:xfrm>
              <a:blipFill>
                <a:blip r:embed="rId2"/>
                <a:stretch>
                  <a:fillRect l="-2000" t="-7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573962D3-03F5-6640-8812-1DE1B50BC28A}"/>
              </a:ext>
            </a:extLst>
          </p:cNvPr>
          <p:cNvGrpSpPr/>
          <p:nvPr/>
        </p:nvGrpSpPr>
        <p:grpSpPr>
          <a:xfrm>
            <a:off x="5250375" y="1305031"/>
            <a:ext cx="6523595" cy="4523768"/>
            <a:chOff x="5117025" y="1305031"/>
            <a:chExt cx="6523595" cy="452376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C13161E-0356-8CAF-8B05-37810619B05C}"/>
                </a:ext>
              </a:extLst>
            </p:cNvPr>
            <p:cNvGrpSpPr/>
            <p:nvPr/>
          </p:nvGrpSpPr>
          <p:grpSpPr>
            <a:xfrm>
              <a:off x="5117025" y="1305031"/>
              <a:ext cx="6523595" cy="4523768"/>
              <a:chOff x="5117025" y="1305031"/>
              <a:chExt cx="6523595" cy="4523768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BB7CA3B1-5D83-0B3B-A1EB-00FFAD870DF1}"/>
                  </a:ext>
                </a:extLst>
              </p:cNvPr>
              <p:cNvGrpSpPr/>
              <p:nvPr/>
            </p:nvGrpSpPr>
            <p:grpSpPr>
              <a:xfrm>
                <a:off x="5117025" y="1305031"/>
                <a:ext cx="5311246" cy="4308324"/>
                <a:chOff x="667820" y="1756880"/>
                <a:chExt cx="4547040" cy="3688423"/>
              </a:xfrm>
            </p:grpSpPr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4E1D08E9-11FD-B613-F50A-CC105CAB38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73381" y="1756880"/>
                  <a:ext cx="4541479" cy="3663513"/>
                </a:xfrm>
                <a:prstGeom prst="rect">
                  <a:avLst/>
                </a:prstGeom>
              </p:spPr>
            </p:pic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73A6055A-AD61-7722-4B66-842D53F46038}"/>
                    </a:ext>
                  </a:extLst>
                </p:cNvPr>
                <p:cNvSpPr/>
                <p:nvPr/>
              </p:nvSpPr>
              <p:spPr>
                <a:xfrm>
                  <a:off x="667820" y="5095982"/>
                  <a:ext cx="410967" cy="349321"/>
                </a:xfrm>
                <a:prstGeom prst="rect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chemeClr val="bg1"/>
                  </a:solidFill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A14A440-30F1-2739-7B23-4CF18205727E}"/>
                  </a:ext>
                </a:extLst>
              </p:cNvPr>
              <p:cNvSpPr txBox="1"/>
              <p:nvPr/>
            </p:nvSpPr>
            <p:spPr>
              <a:xfrm>
                <a:off x="5856269" y="5613355"/>
                <a:ext cx="578435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800" dirty="0"/>
                  <a:t>https://www.youtube.com/watch?v=UF53i6ivoxs&amp;t=41s</a:t>
                </a: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E12349A-78B9-5250-A1D1-C2C79C234712}"/>
                </a:ext>
              </a:extLst>
            </p:cNvPr>
            <p:cNvSpPr txBox="1"/>
            <p:nvPr/>
          </p:nvSpPr>
          <p:spPr>
            <a:xfrm rot="16200000">
              <a:off x="5048017" y="2910148"/>
              <a:ext cx="72875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y [-]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1600025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FA46A-8058-9C81-6E81-D0CA3D28D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Types of machine learning problems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12C3E2-319D-7032-64C5-A847A7D9AF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0882" y="871269"/>
                <a:ext cx="3778147" cy="517584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Classification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Continuous or Discrete variable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→</m:t>
                    </m:r>
                  </m:oMath>
                </a14:m>
                <a:r>
                  <a:rPr lang="en-US" dirty="0"/>
                  <a:t> Discrete variable (Either 1 (for cow), or 2 (for dog), or 3 (for cat))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We are trying to find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12C3E2-319D-7032-64C5-A847A7D9AF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0882" y="871269"/>
                <a:ext cx="3778147" cy="5175848"/>
              </a:xfrm>
              <a:blipFill>
                <a:blip r:embed="rId2"/>
                <a:stretch>
                  <a:fillRect l="-2419" t="-7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Kitten staring at the camera">
            <a:extLst>
              <a:ext uri="{FF2B5EF4-FFF2-40B4-BE49-F238E27FC236}">
                <a16:creationId xmlns:a16="http://schemas.microsoft.com/office/drawing/2014/main" id="{65A8F0C7-0EF0-29C2-C417-8E80F1077A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504"/>
          <a:stretch/>
        </p:blipFill>
        <p:spPr>
          <a:xfrm>
            <a:off x="4799060" y="848189"/>
            <a:ext cx="1541123" cy="1461897"/>
          </a:xfrm>
          <a:prstGeom prst="rect">
            <a:avLst/>
          </a:prstGeom>
        </p:spPr>
      </p:pic>
      <p:pic>
        <p:nvPicPr>
          <p:cNvPr id="7" name="Picture 6" descr="Dog with collar sitting outdoors on wood park bench">
            <a:extLst>
              <a:ext uri="{FF2B5EF4-FFF2-40B4-BE49-F238E27FC236}">
                <a16:creationId xmlns:a16="http://schemas.microsoft.com/office/drawing/2014/main" id="{DC4E1A5A-EEE2-547F-7223-1DDB22FD20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02" t="7041" r="30557" b="5918"/>
          <a:stretch/>
        </p:blipFill>
        <p:spPr>
          <a:xfrm>
            <a:off x="4799060" y="2517710"/>
            <a:ext cx="1541123" cy="1901046"/>
          </a:xfrm>
          <a:prstGeom prst="rect">
            <a:avLst/>
          </a:prstGeom>
        </p:spPr>
      </p:pic>
      <p:pic>
        <p:nvPicPr>
          <p:cNvPr id="9" name="Picture 8" descr="Brown and white cow">
            <a:extLst>
              <a:ext uri="{FF2B5EF4-FFF2-40B4-BE49-F238E27FC236}">
                <a16:creationId xmlns:a16="http://schemas.microsoft.com/office/drawing/2014/main" id="{F083C9F6-74DC-15B8-042D-3360D0B149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49" t="23221"/>
          <a:stretch/>
        </p:blipFill>
        <p:spPr>
          <a:xfrm>
            <a:off x="4799060" y="4631411"/>
            <a:ext cx="1541123" cy="141570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6ACF65B-55B4-AEA0-2202-03C89BA32649}"/>
              </a:ext>
            </a:extLst>
          </p:cNvPr>
          <p:cNvSpPr/>
          <p:nvPr/>
        </p:nvSpPr>
        <p:spPr>
          <a:xfrm>
            <a:off x="7205018" y="1315642"/>
            <a:ext cx="2897312" cy="628325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MODEL</a:t>
            </a:r>
            <a:endParaRPr lang="en-IN" sz="2800" dirty="0">
              <a:solidFill>
                <a:schemeClr val="tx1"/>
              </a:solidFill>
              <a:latin typeface="Arial Rounded MT Bold" panose="020F070403050403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649B3F2-CA21-18A8-9907-9831FF7ECF5B}"/>
              </a:ext>
            </a:extLst>
          </p:cNvPr>
          <p:cNvCxnSpPr>
            <a:cxnSpLocks/>
          </p:cNvCxnSpPr>
          <p:nvPr/>
        </p:nvCxnSpPr>
        <p:spPr>
          <a:xfrm>
            <a:off x="10277518" y="1599612"/>
            <a:ext cx="523982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298B822B-36BF-E92B-6A6F-9B90950126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7433953"/>
              </p:ext>
            </p:extLst>
          </p:nvPr>
        </p:nvGraphicFramePr>
        <p:xfrm>
          <a:off x="10883694" y="1073545"/>
          <a:ext cx="1152989" cy="1112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52989">
                  <a:extLst>
                    <a:ext uri="{9D8B030D-6E8A-4147-A177-3AD203B41FA5}">
                      <a16:colId xmlns:a16="http://schemas.microsoft.com/office/drawing/2014/main" val="19330421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Cow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95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Dog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6543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Cat</a:t>
                      </a:r>
                      <a:endParaRPr lang="en-IN" dirty="0"/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881764"/>
                  </a:ext>
                </a:extLst>
              </a:tr>
            </a:tbl>
          </a:graphicData>
        </a:graphic>
      </p:graphicFrame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588D759-82AB-B6F3-7FDC-45CD6C152314}"/>
              </a:ext>
            </a:extLst>
          </p:cNvPr>
          <p:cNvCxnSpPr>
            <a:cxnSpLocks/>
          </p:cNvCxnSpPr>
          <p:nvPr/>
        </p:nvCxnSpPr>
        <p:spPr>
          <a:xfrm>
            <a:off x="6471005" y="1629805"/>
            <a:ext cx="523982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EC288845-529F-A888-B72D-A1D66ECB614D}"/>
              </a:ext>
            </a:extLst>
          </p:cNvPr>
          <p:cNvSpPr/>
          <p:nvPr/>
        </p:nvSpPr>
        <p:spPr>
          <a:xfrm>
            <a:off x="7205018" y="3297296"/>
            <a:ext cx="2897312" cy="628325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MODEL</a:t>
            </a:r>
            <a:endParaRPr lang="en-IN" sz="2800" dirty="0">
              <a:solidFill>
                <a:schemeClr val="tx1"/>
              </a:solidFill>
              <a:latin typeface="Arial Rounded MT Bold" panose="020F070403050403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C200383-8054-987F-DB4D-3D79B5912989}"/>
              </a:ext>
            </a:extLst>
          </p:cNvPr>
          <p:cNvCxnSpPr>
            <a:cxnSpLocks/>
          </p:cNvCxnSpPr>
          <p:nvPr/>
        </p:nvCxnSpPr>
        <p:spPr>
          <a:xfrm>
            <a:off x="10277518" y="3581266"/>
            <a:ext cx="523982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FD8B82C8-B16C-3123-311C-5FF0BF351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893292"/>
              </p:ext>
            </p:extLst>
          </p:nvPr>
        </p:nvGraphicFramePr>
        <p:xfrm>
          <a:off x="10883694" y="3055199"/>
          <a:ext cx="1152989" cy="1112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52989">
                  <a:extLst>
                    <a:ext uri="{9D8B030D-6E8A-4147-A177-3AD203B41FA5}">
                      <a16:colId xmlns:a16="http://schemas.microsoft.com/office/drawing/2014/main" val="19330421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Cow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95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Dog</a:t>
                      </a:r>
                      <a:endParaRPr lang="en-IN" dirty="0"/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543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0881764"/>
                  </a:ext>
                </a:extLst>
              </a:tr>
            </a:tbl>
          </a:graphicData>
        </a:graphic>
      </p:graphicFrame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D3CD7E7-43EF-D416-6958-09CCB8ECDAC0}"/>
              </a:ext>
            </a:extLst>
          </p:cNvPr>
          <p:cNvCxnSpPr>
            <a:cxnSpLocks/>
          </p:cNvCxnSpPr>
          <p:nvPr/>
        </p:nvCxnSpPr>
        <p:spPr>
          <a:xfrm>
            <a:off x="6471005" y="3611459"/>
            <a:ext cx="523982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064A8C9E-CA8A-AA95-FDDB-744EBE3E957C}"/>
              </a:ext>
            </a:extLst>
          </p:cNvPr>
          <p:cNvSpPr/>
          <p:nvPr/>
        </p:nvSpPr>
        <p:spPr>
          <a:xfrm>
            <a:off x="7205018" y="5109637"/>
            <a:ext cx="2897312" cy="628325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rial Rounded MT Bold" panose="020F07040305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MODEL</a:t>
            </a:r>
            <a:endParaRPr lang="en-IN" sz="2800" dirty="0">
              <a:solidFill>
                <a:schemeClr val="tx1"/>
              </a:solidFill>
              <a:latin typeface="Arial Rounded MT Bold" panose="020F070403050403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D3D9DFB-399E-D434-82E6-50478D5AFE0A}"/>
              </a:ext>
            </a:extLst>
          </p:cNvPr>
          <p:cNvCxnSpPr>
            <a:cxnSpLocks/>
          </p:cNvCxnSpPr>
          <p:nvPr/>
        </p:nvCxnSpPr>
        <p:spPr>
          <a:xfrm>
            <a:off x="10277518" y="5393607"/>
            <a:ext cx="523982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9692290D-8972-4CDB-1B7C-2EE350E8CF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1994863"/>
              </p:ext>
            </p:extLst>
          </p:nvPr>
        </p:nvGraphicFramePr>
        <p:xfrm>
          <a:off x="10883694" y="4867540"/>
          <a:ext cx="1152989" cy="1112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52989">
                  <a:extLst>
                    <a:ext uri="{9D8B030D-6E8A-4147-A177-3AD203B41FA5}">
                      <a16:colId xmlns:a16="http://schemas.microsoft.com/office/drawing/2014/main" val="19330421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Cow</a:t>
                      </a:r>
                      <a:endParaRPr lang="en-IN" dirty="0"/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95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Dog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6543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0881764"/>
                  </a:ext>
                </a:extLst>
              </a:tr>
            </a:tbl>
          </a:graphicData>
        </a:graphic>
      </p:graphicFrame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BD38038-9921-9A82-DDDA-4E7DC145FB05}"/>
              </a:ext>
            </a:extLst>
          </p:cNvPr>
          <p:cNvCxnSpPr>
            <a:cxnSpLocks/>
          </p:cNvCxnSpPr>
          <p:nvPr/>
        </p:nvCxnSpPr>
        <p:spPr>
          <a:xfrm>
            <a:off x="6471005" y="5423800"/>
            <a:ext cx="523982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2626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A65F2-AB8A-6BA5-4077-7D2D44F78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Types of machine learning problems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890FD3-A22C-8020-C35E-3F2B3FF816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0883" y="871269"/>
                <a:ext cx="3883632" cy="517584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Clustering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Continuous or Discrete variable</a:t>
                </a:r>
              </a:p>
              <a:p>
                <a:r>
                  <a:rPr lang="en-IN" dirty="0"/>
                  <a:t>No specified output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N" dirty="0"/>
                  <a:t> from us</a:t>
                </a:r>
              </a:p>
              <a:p>
                <a:r>
                  <a:rPr lang="en-IN" dirty="0"/>
                  <a:t>Model will group similar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N" dirty="0"/>
                  <a:t>s in various groups</a:t>
                </a:r>
              </a:p>
              <a:p>
                <a:r>
                  <a:rPr lang="en-IN" dirty="0"/>
                  <a:t>Output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IN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IN" dirty="0"/>
                  <a:t> …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890FD3-A22C-8020-C35E-3F2B3FF816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0883" y="871269"/>
                <a:ext cx="3883632" cy="5175848"/>
              </a:xfrm>
              <a:blipFill>
                <a:blip r:embed="rId2"/>
                <a:stretch>
                  <a:fillRect l="-2355" t="-7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Data points clustered">
            <a:extLst>
              <a:ext uri="{FF2B5EF4-FFF2-40B4-BE49-F238E27FC236}">
                <a16:creationId xmlns:a16="http://schemas.microsoft.com/office/drawing/2014/main" id="{00EAA802-1CEF-031E-4FCC-C05B2E326B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0" t="14090" r="6787" b="11304"/>
          <a:stretch/>
        </p:blipFill>
        <p:spPr bwMode="auto">
          <a:xfrm>
            <a:off x="4561726" y="1711094"/>
            <a:ext cx="7253555" cy="3496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AA5AAB-6783-A162-3355-B07DCB9EFC7C}"/>
              </a:ext>
            </a:extLst>
          </p:cNvPr>
          <p:cNvSpPr txBox="1"/>
          <p:nvPr/>
        </p:nvSpPr>
        <p:spPr>
          <a:xfrm>
            <a:off x="6020656" y="5207291"/>
            <a:ext cx="38836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/>
              <a:t>https://www.pi.exchange/blog/clustering-in-machine-learning</a:t>
            </a:r>
          </a:p>
        </p:txBody>
      </p:sp>
    </p:spTree>
    <p:extLst>
      <p:ext uri="{BB962C8B-B14F-4D97-AF65-F5344CB8AC3E}">
        <p14:creationId xmlns:p14="http://schemas.microsoft.com/office/powerpoint/2010/main" val="1200542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15583-16BC-BEFB-3261-DAC53DC15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TCF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91AB99-7D25-7F16-A06F-615E86C5D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741" y="1010024"/>
            <a:ext cx="9080312" cy="4681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45224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7700</TotalTime>
  <Words>650</Words>
  <Application>Microsoft Office PowerPoint</Application>
  <PresentationFormat>Widescreen</PresentationFormat>
  <Paragraphs>70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Arial</vt:lpstr>
      <vt:lpstr>Arial Rounded MT Bold</vt:lpstr>
      <vt:lpstr>Calisto MT</vt:lpstr>
      <vt:lpstr>Cambria Math</vt:lpstr>
      <vt:lpstr>Univers Condensed</vt:lpstr>
      <vt:lpstr>ChronicleVTI</vt:lpstr>
      <vt:lpstr>CV5100: Modelling, Uncertainty and Data for Engineers MODULE 3: MACHINE LEARNING, lecture 1: Introduction</vt:lpstr>
      <vt:lpstr>introduction</vt:lpstr>
      <vt:lpstr>Linear regression as an example</vt:lpstr>
      <vt:lpstr>introduction</vt:lpstr>
      <vt:lpstr>ML JARGON</vt:lpstr>
      <vt:lpstr>ML JARGON</vt:lpstr>
      <vt:lpstr> Types of machine learning problems</vt:lpstr>
      <vt:lpstr> Types of machine learning problems</vt:lpstr>
      <vt:lpstr> Types of machine learning problems</vt:lpstr>
      <vt:lpstr>TCF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Sudheendra Herkal</dc:creator>
  <cp:lastModifiedBy>Sudheendra Herkal</cp:lastModifiedBy>
  <cp:revision>24</cp:revision>
  <dcterms:created xsi:type="dcterms:W3CDTF">2025-05-19T08:31:03Z</dcterms:created>
  <dcterms:modified xsi:type="dcterms:W3CDTF">2025-11-05T15:47:31Z</dcterms:modified>
</cp:coreProperties>
</file>